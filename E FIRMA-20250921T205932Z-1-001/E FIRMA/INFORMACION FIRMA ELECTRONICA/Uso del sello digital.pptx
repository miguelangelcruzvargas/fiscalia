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103" d="100"/>
          <a:sy n="103" d="100"/>
        </p:scale>
        <p:origin x="-43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t>01/07/2015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solidFill>
                  <a:srgbClr val="006666"/>
                </a:solidFill>
              </a:rPr>
              <a:t>Certificados de Sello Digital (CSD) y su uso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Julio 2015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000" b="1" dirty="0" smtClean="0"/>
              <a:t/>
            </a:r>
            <a:br>
              <a:rPr lang="es-MX" sz="2000" b="1" dirty="0" smtClean="0"/>
            </a:br>
            <a:r>
              <a:rPr lang="es-MX" sz="2000" b="1" dirty="0" smtClean="0"/>
              <a:t>¿</a:t>
            </a:r>
            <a:r>
              <a:rPr lang="es-MX" sz="2000" b="1" dirty="0"/>
              <a:t>Qué es un certificado de sello digital (CSD)?</a:t>
            </a:r>
            <a:br>
              <a:rPr lang="es-MX" sz="2000" b="1" dirty="0"/>
            </a:br>
            <a:endParaRPr lang="es-MX" sz="2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1"/>
            <a:ext cx="8229600" cy="1008112"/>
          </a:xfrm>
        </p:spPr>
        <p:txBody>
          <a:bodyPr/>
          <a:lstStyle/>
          <a:p>
            <a:r>
              <a:rPr lang="es-MX" sz="1800" dirty="0">
                <a:cs typeface="Calibri" pitchFamily="34" charset="0"/>
              </a:rPr>
              <a:t>Es una Firma Electrónica Avanzada de propósito específico, asociada a un mensaje de </a:t>
            </a:r>
            <a:r>
              <a:rPr lang="es-MX" sz="1800" dirty="0" smtClean="0">
                <a:cs typeface="Calibri" pitchFamily="34" charset="0"/>
              </a:rPr>
              <a:t>datos</a:t>
            </a:r>
            <a:r>
              <a:rPr lang="es-MX" sz="1800" dirty="0">
                <a:cs typeface="Calibri" pitchFamily="34" charset="0"/>
              </a:rPr>
              <a:t>.</a:t>
            </a:r>
            <a:endParaRPr lang="es-MX" sz="1800" b="1" dirty="0">
              <a:cs typeface="Calibri" pitchFamily="34" charset="0"/>
            </a:endParaRPr>
          </a:p>
          <a:p>
            <a:endParaRPr lang="es-MX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62264" y="2420888"/>
            <a:ext cx="885698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Soberana Sans" pitchFamily="50" charset="0"/>
                <a:ea typeface="+mj-ea"/>
                <a:cs typeface="+mj-cs"/>
              </a:defRPr>
            </a:lvl1pPr>
          </a:lstStyle>
          <a:p>
            <a:r>
              <a:rPr lang="es-MX" sz="2000" b="1" dirty="0" smtClean="0"/>
              <a:t>¿</a:t>
            </a:r>
            <a:r>
              <a:rPr lang="es-MX" sz="2000" b="1" dirty="0"/>
              <a:t>Qué elementos conforman un certificado de sello digital? </a:t>
            </a:r>
            <a:endParaRPr lang="es-MX" sz="2000" b="1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3843" y="3580584"/>
            <a:ext cx="1325405" cy="99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Rectángulo"/>
          <p:cNvSpPr/>
          <p:nvPr/>
        </p:nvSpPr>
        <p:spPr>
          <a:xfrm>
            <a:off x="323527" y="2996952"/>
            <a:ext cx="727031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Un CSD está conformado por 3 elementos, los cuales se describen a continuación: </a:t>
            </a:r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Clave o llave pública, conocido como certificado (archivo con extensión *.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cer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Clave o llave privada (archivo con extensión *.</a:t>
            </a:r>
            <a:r>
              <a:rPr lang="es-MX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key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Contraseña de la clave o llave privada </a:t>
            </a:r>
          </a:p>
          <a:p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Si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no se cuenta con alguno de los elementos antes mencionados, la Fiel no puede ser utilizada. 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418058"/>
          </a:xfrm>
        </p:spPr>
        <p:txBody>
          <a:bodyPr>
            <a:noAutofit/>
          </a:bodyPr>
          <a:lstStyle/>
          <a:p>
            <a:r>
              <a:rPr lang="es-MX" sz="2000" b="1" dirty="0"/>
              <a:t>¿Para qué sirve un Certificado de Sello Digital (CSD)?</a:t>
            </a:r>
            <a:endParaRPr lang="es-MX" sz="2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1008112"/>
          </a:xfrm>
        </p:spPr>
        <p:txBody>
          <a:bodyPr/>
          <a:lstStyle/>
          <a:p>
            <a:r>
              <a:rPr lang="es-MX" sz="1800" dirty="0">
                <a:cs typeface="Calibri" pitchFamily="34" charset="0"/>
              </a:rPr>
              <a:t>Para sellar digitalmente las facturas </a:t>
            </a:r>
            <a:r>
              <a:rPr lang="es-MX" sz="1800" dirty="0" smtClean="0">
                <a:cs typeface="Calibri" pitchFamily="34" charset="0"/>
              </a:rPr>
              <a:t>electrónicas, permitirá </a:t>
            </a:r>
            <a:r>
              <a:rPr lang="es-MX" sz="1800" dirty="0">
                <a:cs typeface="Calibri" pitchFamily="34" charset="0"/>
              </a:rPr>
              <a:t>identificar plenamente </a:t>
            </a:r>
            <a:r>
              <a:rPr lang="es-MX" sz="1800" dirty="0" smtClean="0">
                <a:cs typeface="Calibri" pitchFamily="34" charset="0"/>
              </a:rPr>
              <a:t>al emisor </a:t>
            </a:r>
            <a:r>
              <a:rPr lang="es-MX" sz="1800" dirty="0">
                <a:cs typeface="Calibri" pitchFamily="34" charset="0"/>
              </a:rPr>
              <a:t>del comprobante. </a:t>
            </a:r>
            <a:endParaRPr lang="es-MX" sz="1800" b="1" dirty="0">
              <a:cs typeface="Calibri" pitchFamily="34" charset="0"/>
            </a:endParaRPr>
          </a:p>
          <a:p>
            <a:endParaRPr lang="es-MX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251520" y="1930822"/>
            <a:ext cx="638194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Soberana Sans" pitchFamily="50" charset="0"/>
                <a:ea typeface="+mj-ea"/>
                <a:cs typeface="+mj-cs"/>
              </a:defRPr>
            </a:lvl1pPr>
          </a:lstStyle>
          <a:p>
            <a:r>
              <a:rPr lang="es-MX" sz="2000" b="1" dirty="0"/>
              <a:t>¿Cómo se utiliza el certificado de sello digital?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23528" y="2588711"/>
            <a:ext cx="8646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La forma de utilizar el CSD es muy rápida y sencilla; normalmente las aplicaciones de facturación electrónica solicitan los archivos del CSD, ya sea al momento de la generación del comprobante o bien durante su configuración antes de utilizarla.</a:t>
            </a: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326122" y="4725144"/>
            <a:ext cx="8229600" cy="1382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s-MX" sz="1800" dirty="0" smtClean="0">
                <a:cs typeface="Calibri" pitchFamily="34" charset="0"/>
              </a:rPr>
              <a:t>Estar inscrito ante el RFC, y que cuente con las características fiscales que le permitan emitir comprobantes fiscales.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sz="1800" dirty="0" smtClean="0">
              <a:cs typeface="Calibr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sz="1800" dirty="0" smtClean="0">
                <a:cs typeface="Calibri" pitchFamily="34" charset="0"/>
              </a:rPr>
              <a:t>Contar con firma electrónica vigente.</a:t>
            </a:r>
            <a:endParaRPr lang="es-MX" sz="1800" dirty="0"/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323528" y="4142085"/>
            <a:ext cx="6984776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baseline="0">
                <a:solidFill>
                  <a:schemeClr val="tx1"/>
                </a:solidFill>
                <a:latin typeface="Soberana Sans" pitchFamily="50" charset="0"/>
                <a:ea typeface="+mj-ea"/>
                <a:cs typeface="+mj-cs"/>
              </a:defRPr>
            </a:lvl1pPr>
          </a:lstStyle>
          <a:p>
            <a:r>
              <a:rPr lang="es-MX" sz="2000" b="1" dirty="0" smtClean="0"/>
              <a:t>¿Cuáles son los requisitos para tramitar un CSD?</a:t>
            </a:r>
            <a:endParaRPr lang="es-MX" sz="2000" b="1" dirty="0"/>
          </a:p>
        </p:txBody>
      </p:sp>
    </p:spTree>
    <p:extLst>
      <p:ext uri="{BB962C8B-B14F-4D97-AF65-F5344CB8AC3E}">
        <p14:creationId xmlns:p14="http://schemas.microsoft.com/office/powerpoint/2010/main" val="51772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33832" y="836712"/>
            <a:ext cx="8646432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Todo el proceso lo puede realizar por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internet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:</a:t>
            </a:r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Paso 1.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Descargue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la aplicación </a:t>
            </a:r>
            <a:r>
              <a:rPr lang="es-MX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Certifica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 (antes SOLCEDI) del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portal del SAT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.</a:t>
            </a:r>
          </a:p>
          <a:p>
            <a:pPr algn="just"/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Paso 2.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Genere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la solicitud de CSD;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le serán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solicitados los archivos de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su firma electrónica.</a:t>
            </a:r>
          </a:p>
          <a:p>
            <a:pPr lvl="1" algn="just"/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- </a:t>
            </a:r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Se 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obtendrán 2 archivos: el primero con extensión .</a:t>
            </a:r>
            <a:r>
              <a:rPr lang="es-MX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sdg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 que se enviará como </a:t>
            </a:r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solicitud al 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SAT; el segundo es la clave Privada de su sello digital, con extensión .</a:t>
            </a:r>
            <a:r>
              <a:rPr lang="es-MX" sz="1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key</a:t>
            </a:r>
            <a:endParaRPr lang="es-MX" sz="1600" i="1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endParaRPr lang="es-MX" dirty="0" smtClean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algn="just"/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Paso 3.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Envíe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la solicitud de sellos digitales y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recupere </a:t>
            </a:r>
            <a:r>
              <a:rPr lang="es-MX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ahí mismo los </a:t>
            </a:r>
            <a:r>
              <a:rPr lang="es-MX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certificados.</a:t>
            </a:r>
          </a:p>
          <a:p>
            <a:pPr algn="just"/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pPr lvl="1" algn="just"/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-Requiere de su Contraseña (antes CIEC) o </a:t>
            </a:r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firma electrónica para 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realizar el </a:t>
            </a:r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envío</a:t>
            </a:r>
          </a:p>
          <a:p>
            <a:pPr lvl="1" algn="just"/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-Se 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obtendrá el archivo del Certificado de Sello </a:t>
            </a:r>
            <a:r>
              <a:rPr lang="es-MX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Digital con </a:t>
            </a:r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extensión .</a:t>
            </a:r>
            <a:r>
              <a:rPr lang="es-MX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cer</a:t>
            </a:r>
            <a:endParaRPr lang="es-MX" sz="1600" i="1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endParaRPr lang="es-MX" sz="1600" i="1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  <a:p>
            <a:r>
              <a:rPr lang="es-MX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rPr>
              <a:t>     </a:t>
            </a:r>
            <a:endParaRPr lang="es-MX" dirty="0">
              <a:solidFill>
                <a:schemeClr val="tx1">
                  <a:lumMod val="75000"/>
                  <a:lumOff val="25000"/>
                </a:schemeClr>
              </a:solidFill>
              <a:latin typeface="Soberana Sans" pitchFamily="50" charset="0"/>
            </a:endParaRPr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000" b="1" dirty="0"/>
              <a:t>¿Cuáles son los pasos para tramitar un CSD</a:t>
            </a:r>
            <a:r>
              <a:rPr lang="es-MX" sz="2000" b="1" dirty="0" smtClean="0"/>
              <a:t>?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43278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356</Words>
  <Application>Microsoft Office PowerPoint</Application>
  <PresentationFormat>Presentación en pantalla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Certificados de Sello Digital (CSD) y su uso</vt:lpstr>
      <vt:lpstr> ¿Qué es un certificado de sello digital (CSD)? </vt:lpstr>
      <vt:lpstr>¿Para qué sirve un Certificado de Sello Digital (CSD)?</vt:lpstr>
      <vt:lpstr>¿Cuáles son los pasos para tramitar un CSD?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Bianca Gabriela Peralta Zenteno</cp:lastModifiedBy>
  <cp:revision>5</cp:revision>
  <dcterms:created xsi:type="dcterms:W3CDTF">2015-02-16T19:32:04Z</dcterms:created>
  <dcterms:modified xsi:type="dcterms:W3CDTF">2015-07-01T18:49:56Z</dcterms:modified>
</cp:coreProperties>
</file>