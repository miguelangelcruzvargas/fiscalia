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63" r:id="rId3"/>
    <p:sldId id="257" r:id="rId4"/>
    <p:sldId id="259" r:id="rId5"/>
    <p:sldId id="261" r:id="rId6"/>
    <p:sldId id="264" r:id="rId7"/>
  </p:sldIdLst>
  <p:sldSz cx="9144000" cy="6858000" type="screen4x3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666"/>
    <a:srgbClr val="095B1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559" autoAdjust="0"/>
    <p:restoredTop sz="94660"/>
  </p:normalViewPr>
  <p:slideViewPr>
    <p:cSldViewPr>
      <p:cViewPr varScale="1">
        <p:scale>
          <a:sx n="103" d="100"/>
          <a:sy n="103" d="100"/>
        </p:scale>
        <p:origin x="-426" y="-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jpeg"/><Relationship Id="rId1" Type="http://schemas.openxmlformats.org/officeDocument/2006/relationships/image" Target="../media/image9.jpe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jpeg"/><Relationship Id="rId1" Type="http://schemas.openxmlformats.org/officeDocument/2006/relationships/image" Target="../media/image9.jpe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3_1">
  <dgm:title val=""/>
  <dgm:desc val=""/>
  <dgm:catLst>
    <dgm:cat type="accent3" pri="11100"/>
  </dgm:catLst>
  <dgm:styleLbl name="node0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3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3">
        <a:alpha val="4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8EDC155-DC65-4775-AA83-3753F86346FC}" type="doc">
      <dgm:prSet loTypeId="urn:microsoft.com/office/officeart/2005/8/layout/vList4#4" loCatId="list" qsTypeId="urn:microsoft.com/office/officeart/2005/8/quickstyle/simple1" qsCatId="simple" csTypeId="urn:microsoft.com/office/officeart/2005/8/colors/accent3_1" csCatId="accent3" phldr="1"/>
      <dgm:spPr/>
      <dgm:t>
        <a:bodyPr/>
        <a:lstStyle/>
        <a:p>
          <a:endParaRPr lang="es-MX"/>
        </a:p>
      </dgm:t>
    </dgm:pt>
    <dgm:pt modelId="{36DCBD95-5572-4CF5-BCD9-7117D164F31E}">
      <dgm:prSet phldrT="[Texto]" custT="1"/>
      <dgm:spPr/>
      <dgm:t>
        <a:bodyPr/>
        <a:lstStyle/>
        <a:p>
          <a:r>
            <a:rPr lang="es-MX" sz="1100" dirty="0" smtClean="0">
              <a:latin typeface="Soberana Sans" pitchFamily="50" charset="0"/>
            </a:rPr>
            <a:t>Portal de internet del SAT</a:t>
          </a:r>
          <a:endParaRPr lang="es-MX" sz="1100" dirty="0">
            <a:latin typeface="Soberana Sans" pitchFamily="50" charset="0"/>
          </a:endParaRPr>
        </a:p>
      </dgm:t>
    </dgm:pt>
    <dgm:pt modelId="{9950053C-3073-49C0-9673-5BC3E609892C}" type="parTrans" cxnId="{90ED99D5-71EA-4E63-AE12-7A7DEB8E02AA}">
      <dgm:prSet/>
      <dgm:spPr/>
      <dgm:t>
        <a:bodyPr/>
        <a:lstStyle/>
        <a:p>
          <a:endParaRPr lang="es-MX"/>
        </a:p>
      </dgm:t>
    </dgm:pt>
    <dgm:pt modelId="{010230AD-5E9B-413B-8051-3F3D88A8A342}" type="sibTrans" cxnId="{90ED99D5-71EA-4E63-AE12-7A7DEB8E02AA}">
      <dgm:prSet/>
      <dgm:spPr/>
      <dgm:t>
        <a:bodyPr/>
        <a:lstStyle/>
        <a:p>
          <a:endParaRPr lang="es-MX"/>
        </a:p>
      </dgm:t>
    </dgm:pt>
    <dgm:pt modelId="{0D3204AE-959F-4483-91EF-22C96B623CA2}">
      <dgm:prSet phldrT="[Texto]" custT="1"/>
      <dgm:spPr/>
      <dgm:t>
        <a:bodyPr/>
        <a:lstStyle/>
        <a:p>
          <a:r>
            <a:rPr lang="es-MX" sz="1100" smtClean="0">
              <a:latin typeface="Soberana Sans" pitchFamily="50" charset="0"/>
              <a:ea typeface="ＭＳ Ｐゴシック" charset="-128"/>
            </a:rPr>
            <a:t>Dudas en materia fiscal, son atendidas dentro de los 3 días hábiles siguientes a su recepción. </a:t>
          </a:r>
          <a:endParaRPr lang="es-MX" sz="1100" dirty="0">
            <a:latin typeface="Soberana Sans" pitchFamily="50" charset="0"/>
          </a:endParaRPr>
        </a:p>
      </dgm:t>
    </dgm:pt>
    <dgm:pt modelId="{99A0DB67-824E-4368-9F1B-692CDF909E80}" type="parTrans" cxnId="{3A1CF304-691F-4006-BC52-CA35AEEDD052}">
      <dgm:prSet/>
      <dgm:spPr/>
      <dgm:t>
        <a:bodyPr/>
        <a:lstStyle/>
        <a:p>
          <a:endParaRPr lang="es-MX"/>
        </a:p>
      </dgm:t>
    </dgm:pt>
    <dgm:pt modelId="{64EEDBB4-3847-49CB-B340-B71D324768F3}" type="sibTrans" cxnId="{3A1CF304-691F-4006-BC52-CA35AEEDD052}">
      <dgm:prSet/>
      <dgm:spPr/>
      <dgm:t>
        <a:bodyPr/>
        <a:lstStyle/>
        <a:p>
          <a:endParaRPr lang="es-MX"/>
        </a:p>
      </dgm:t>
    </dgm:pt>
    <dgm:pt modelId="{9EC78635-4342-4164-AB73-BF38CBA14105}">
      <dgm:prSet phldrT="[Texto]" custT="1"/>
      <dgm:spPr/>
      <dgm:t>
        <a:bodyPr/>
        <a:lstStyle/>
        <a:p>
          <a:r>
            <a:rPr lang="es-MX" sz="1200" dirty="0" smtClean="0">
              <a:latin typeface="Soberana Sans" pitchFamily="50" charset="0"/>
            </a:rPr>
            <a:t>Redes sociales</a:t>
          </a:r>
          <a:endParaRPr lang="es-MX" sz="1200" dirty="0">
            <a:latin typeface="Soberana Sans" pitchFamily="50" charset="0"/>
          </a:endParaRPr>
        </a:p>
      </dgm:t>
    </dgm:pt>
    <dgm:pt modelId="{67FE2CBD-3F36-4B79-B1E6-6344B6F35152}" type="parTrans" cxnId="{E0E3F58A-D837-4B26-9301-6CA8CD7C4134}">
      <dgm:prSet/>
      <dgm:spPr/>
      <dgm:t>
        <a:bodyPr/>
        <a:lstStyle/>
        <a:p>
          <a:endParaRPr lang="es-MX"/>
        </a:p>
      </dgm:t>
    </dgm:pt>
    <dgm:pt modelId="{9205658B-336A-43D9-B26C-18215C8D8B1F}" type="sibTrans" cxnId="{E0E3F58A-D837-4B26-9301-6CA8CD7C4134}">
      <dgm:prSet/>
      <dgm:spPr/>
      <dgm:t>
        <a:bodyPr/>
        <a:lstStyle/>
        <a:p>
          <a:endParaRPr lang="es-MX"/>
        </a:p>
      </dgm:t>
    </dgm:pt>
    <dgm:pt modelId="{7964F837-B161-4F69-AFC1-CBA7B5CA2C6A}">
      <dgm:prSet phldrT="[Texto]" custT="1"/>
      <dgm:spPr/>
      <dgm:t>
        <a:bodyPr/>
        <a:lstStyle/>
        <a:p>
          <a:r>
            <a:rPr lang="es-MX" sz="1200" b="1" smtClean="0">
              <a:latin typeface="Soberana Sans" pitchFamily="50" charset="0"/>
              <a:ea typeface="ＭＳ Ｐゴシック" charset="-128"/>
              <a:cs typeface="Calibri" pitchFamily="34" charset="0"/>
            </a:rPr>
            <a:t>Twitter</a:t>
          </a:r>
          <a:endParaRPr lang="es-MX" sz="1200" dirty="0">
            <a:latin typeface="Soberana Sans" pitchFamily="50" charset="0"/>
          </a:endParaRPr>
        </a:p>
      </dgm:t>
    </dgm:pt>
    <dgm:pt modelId="{AB4B36F3-3F4A-4338-978F-8950068E82D3}" type="parTrans" cxnId="{1200AC6F-12C5-4739-B9E2-9146C6D64979}">
      <dgm:prSet/>
      <dgm:spPr/>
      <dgm:t>
        <a:bodyPr/>
        <a:lstStyle/>
        <a:p>
          <a:endParaRPr lang="es-MX"/>
        </a:p>
      </dgm:t>
    </dgm:pt>
    <dgm:pt modelId="{44826A0A-7F7F-41BA-A8B2-AD3D61CEAC5E}" type="sibTrans" cxnId="{1200AC6F-12C5-4739-B9E2-9146C6D64979}">
      <dgm:prSet/>
      <dgm:spPr/>
      <dgm:t>
        <a:bodyPr/>
        <a:lstStyle/>
        <a:p>
          <a:endParaRPr lang="es-MX"/>
        </a:p>
      </dgm:t>
    </dgm:pt>
    <dgm:pt modelId="{58B0B5AB-241E-4F68-8565-6F49B13018F3}">
      <dgm:prSet phldrT="[Texto]" custT="1"/>
      <dgm:spPr/>
      <dgm:t>
        <a:bodyPr/>
        <a:lstStyle/>
        <a:p>
          <a:r>
            <a:rPr lang="es-MX" sz="1200" dirty="0" smtClean="0">
              <a:latin typeface="Soberana Sans" pitchFamily="50" charset="0"/>
            </a:rPr>
            <a:t>Atención telefónica</a:t>
          </a:r>
          <a:endParaRPr lang="es-MX" sz="1200" dirty="0">
            <a:latin typeface="Soberana Sans" pitchFamily="50" charset="0"/>
          </a:endParaRPr>
        </a:p>
      </dgm:t>
    </dgm:pt>
    <dgm:pt modelId="{E648F655-67BC-43F9-B336-D9F4DA7DC901}" type="parTrans" cxnId="{0CE1F1F5-2A85-4C93-9162-DE7B4B83EB84}">
      <dgm:prSet/>
      <dgm:spPr/>
      <dgm:t>
        <a:bodyPr/>
        <a:lstStyle/>
        <a:p>
          <a:endParaRPr lang="es-MX"/>
        </a:p>
      </dgm:t>
    </dgm:pt>
    <dgm:pt modelId="{122D85BB-E097-432D-9F4F-1F340E903A53}" type="sibTrans" cxnId="{0CE1F1F5-2A85-4C93-9162-DE7B4B83EB84}">
      <dgm:prSet/>
      <dgm:spPr/>
      <dgm:t>
        <a:bodyPr/>
        <a:lstStyle/>
        <a:p>
          <a:endParaRPr lang="es-MX"/>
        </a:p>
      </dgm:t>
    </dgm:pt>
    <dgm:pt modelId="{C4650CA4-C82B-4270-B84E-982EE95657D4}">
      <dgm:prSet phldrT="[Texto]" custT="1"/>
      <dgm:spPr/>
      <dgm:t>
        <a:bodyPr/>
        <a:lstStyle/>
        <a:p>
          <a:r>
            <a:rPr lang="es-MX" sz="1200" smtClean="0">
              <a:latin typeface="Soberana Sans" pitchFamily="50" charset="0"/>
              <a:ea typeface="ＭＳ Ｐゴシック" charset="-128"/>
              <a:cs typeface="Calibri" pitchFamily="34" charset="0"/>
            </a:rPr>
            <a:t>Para recibir asesoría o asistencia Telefónica:</a:t>
          </a:r>
          <a:endParaRPr lang="es-MX" sz="1200" dirty="0">
            <a:latin typeface="Soberana Sans" pitchFamily="50" charset="0"/>
          </a:endParaRPr>
        </a:p>
      </dgm:t>
    </dgm:pt>
    <dgm:pt modelId="{7ED0781A-ABE5-42BF-9011-B3020F99C572}" type="parTrans" cxnId="{5FD583B9-EB98-4718-ADA1-F726C713BDD1}">
      <dgm:prSet/>
      <dgm:spPr/>
      <dgm:t>
        <a:bodyPr/>
        <a:lstStyle/>
        <a:p>
          <a:endParaRPr lang="es-MX"/>
        </a:p>
      </dgm:t>
    </dgm:pt>
    <dgm:pt modelId="{17C7BF25-033F-4FE5-97D8-D3368C018714}" type="sibTrans" cxnId="{5FD583B9-EB98-4718-ADA1-F726C713BDD1}">
      <dgm:prSet/>
      <dgm:spPr/>
      <dgm:t>
        <a:bodyPr/>
        <a:lstStyle/>
        <a:p>
          <a:endParaRPr lang="es-MX"/>
        </a:p>
      </dgm:t>
    </dgm:pt>
    <dgm:pt modelId="{E3056B1D-189E-4ECE-BF6A-B6D0E615DBFB}">
      <dgm:prSet custT="1"/>
      <dgm:spPr/>
      <dgm:t>
        <a:bodyPr/>
        <a:lstStyle/>
        <a:p>
          <a:r>
            <a:rPr lang="es-MX" sz="1100" dirty="0" smtClean="0">
              <a:latin typeface="Soberana Sans" pitchFamily="50" charset="0"/>
              <a:ea typeface="ＭＳ Ｐゴシック" charset="-128"/>
              <a:cs typeface="Calibri" pitchFamily="34" charset="0"/>
            </a:rPr>
            <a:t>Se cuenta con diversas ayudas y secciones de preguntas frecuentes.</a:t>
          </a:r>
          <a:endParaRPr lang="es-MX" sz="1100" dirty="0">
            <a:latin typeface="Soberana Sans" pitchFamily="50" charset="0"/>
            <a:ea typeface="ＭＳ Ｐゴシック" charset="-128"/>
            <a:cs typeface="Calibri" pitchFamily="34" charset="0"/>
          </a:endParaRPr>
        </a:p>
      </dgm:t>
    </dgm:pt>
    <dgm:pt modelId="{CE7B43A8-38CB-4678-9497-9BCB2E6368DB}" type="parTrans" cxnId="{37179E6C-1451-4B79-A031-B3A7D1B28676}">
      <dgm:prSet/>
      <dgm:spPr/>
      <dgm:t>
        <a:bodyPr/>
        <a:lstStyle/>
        <a:p>
          <a:endParaRPr lang="es-MX"/>
        </a:p>
      </dgm:t>
    </dgm:pt>
    <dgm:pt modelId="{F787200E-FB47-431A-B703-CB0D2991B017}" type="sibTrans" cxnId="{37179E6C-1451-4B79-A031-B3A7D1B28676}">
      <dgm:prSet/>
      <dgm:spPr/>
      <dgm:t>
        <a:bodyPr/>
        <a:lstStyle/>
        <a:p>
          <a:endParaRPr lang="es-MX"/>
        </a:p>
      </dgm:t>
    </dgm:pt>
    <dgm:pt modelId="{C284FBF2-DC08-4B24-9C78-820B940C1043}">
      <dgm:prSet custT="1"/>
      <dgm:spPr/>
      <dgm:t>
        <a:bodyPr/>
        <a:lstStyle/>
        <a:p>
          <a:r>
            <a:rPr lang="es-MX" sz="1100" smtClean="0">
              <a:latin typeface="Soberana Sans" pitchFamily="50" charset="0"/>
              <a:ea typeface="ＭＳ Ｐゴシック" charset="-128"/>
              <a:cs typeface="Calibri" pitchFamily="34" charset="0"/>
            </a:rPr>
            <a:t>Se orienta paso a paso al contribuyente con videos. </a:t>
          </a:r>
          <a:endParaRPr lang="es-MX" sz="1100" dirty="0">
            <a:latin typeface="Soberana Sans" pitchFamily="50" charset="0"/>
            <a:ea typeface="ＭＳ Ｐゴシック" charset="-128"/>
            <a:cs typeface="Calibri" pitchFamily="34" charset="0"/>
          </a:endParaRPr>
        </a:p>
      </dgm:t>
    </dgm:pt>
    <dgm:pt modelId="{A0E835F0-62C3-48F7-A068-58E944EAB0B6}" type="parTrans" cxnId="{147EAF63-4E4B-457E-B5D7-6AC3E877DA8A}">
      <dgm:prSet/>
      <dgm:spPr/>
      <dgm:t>
        <a:bodyPr/>
        <a:lstStyle/>
        <a:p>
          <a:endParaRPr lang="es-MX"/>
        </a:p>
      </dgm:t>
    </dgm:pt>
    <dgm:pt modelId="{254DA028-17C4-4867-9EBB-1257FD66DBC5}" type="sibTrans" cxnId="{147EAF63-4E4B-457E-B5D7-6AC3E877DA8A}">
      <dgm:prSet/>
      <dgm:spPr/>
      <dgm:t>
        <a:bodyPr/>
        <a:lstStyle/>
        <a:p>
          <a:endParaRPr lang="es-MX"/>
        </a:p>
      </dgm:t>
    </dgm:pt>
    <dgm:pt modelId="{28E97C30-8591-4FED-ADD9-5CB0C006EE50}">
      <dgm:prSet custT="1"/>
      <dgm:spPr/>
      <dgm:t>
        <a:bodyPr/>
        <a:lstStyle/>
        <a:p>
          <a:r>
            <a:rPr lang="es-MX" sz="1100" smtClean="0">
              <a:latin typeface="Soberana Sans" pitchFamily="50" charset="0"/>
              <a:ea typeface="ＭＳ Ｐゴシック" charset="-128"/>
            </a:rPr>
            <a:t>Orientación vía Chat.</a:t>
          </a:r>
          <a:endParaRPr lang="es-MX" sz="1100" dirty="0">
            <a:latin typeface="Soberana Sans" pitchFamily="50" charset="0"/>
            <a:ea typeface="ＭＳ Ｐゴシック" charset="-128"/>
          </a:endParaRPr>
        </a:p>
      </dgm:t>
    </dgm:pt>
    <dgm:pt modelId="{03BA5FCC-BD73-4253-97D1-DBBD2FE70F11}" type="parTrans" cxnId="{2D9D5BA5-CE23-4647-ADBC-45835180D17E}">
      <dgm:prSet/>
      <dgm:spPr/>
      <dgm:t>
        <a:bodyPr/>
        <a:lstStyle/>
        <a:p>
          <a:endParaRPr lang="es-MX"/>
        </a:p>
      </dgm:t>
    </dgm:pt>
    <dgm:pt modelId="{FBFDE78E-E61E-4107-9EE3-E0F7AE0AC954}" type="sibTrans" cxnId="{2D9D5BA5-CE23-4647-ADBC-45835180D17E}">
      <dgm:prSet/>
      <dgm:spPr/>
      <dgm:t>
        <a:bodyPr/>
        <a:lstStyle/>
        <a:p>
          <a:endParaRPr lang="es-MX"/>
        </a:p>
      </dgm:t>
    </dgm:pt>
    <dgm:pt modelId="{E4FA7AE7-533E-4368-BB8A-FB7431478745}">
      <dgm:prSet custT="1"/>
      <dgm:spPr/>
      <dgm:t>
        <a:bodyPr/>
        <a:lstStyle/>
        <a:p>
          <a:r>
            <a:rPr lang="es-MX" sz="1100" smtClean="0">
              <a:latin typeface="Soberana Sans" pitchFamily="50" charset="0"/>
              <a:ea typeface="ＭＳ Ｐゴシック" charset="-128"/>
            </a:rPr>
            <a:t>Foros de discusión. </a:t>
          </a:r>
          <a:endParaRPr lang="es-MX" sz="1100" dirty="0">
            <a:latin typeface="Soberana Sans" pitchFamily="50" charset="0"/>
            <a:ea typeface="ＭＳ Ｐゴシック" charset="-128"/>
          </a:endParaRPr>
        </a:p>
      </dgm:t>
    </dgm:pt>
    <dgm:pt modelId="{17259320-0EBA-4591-A7B0-E7D936C94FBF}" type="parTrans" cxnId="{2B92ACC5-9C41-4943-9F5D-602FE1D8EAAC}">
      <dgm:prSet/>
      <dgm:spPr/>
      <dgm:t>
        <a:bodyPr/>
        <a:lstStyle/>
        <a:p>
          <a:endParaRPr lang="es-MX"/>
        </a:p>
      </dgm:t>
    </dgm:pt>
    <dgm:pt modelId="{A9114185-F4BE-4C48-BA75-CB3B2A8E9DE7}" type="sibTrans" cxnId="{2B92ACC5-9C41-4943-9F5D-602FE1D8EAAC}">
      <dgm:prSet/>
      <dgm:spPr/>
      <dgm:t>
        <a:bodyPr/>
        <a:lstStyle/>
        <a:p>
          <a:endParaRPr lang="es-MX"/>
        </a:p>
      </dgm:t>
    </dgm:pt>
    <dgm:pt modelId="{46B391AB-1A88-4B5B-9A87-903797E33300}">
      <dgm:prSet custT="1"/>
      <dgm:spPr/>
      <dgm:t>
        <a:bodyPr/>
        <a:lstStyle/>
        <a:p>
          <a:r>
            <a:rPr lang="es-MX" sz="1200" b="1" smtClean="0">
              <a:latin typeface="Soberana Sans" pitchFamily="50" charset="0"/>
              <a:ea typeface="ＭＳ Ｐゴシック" charset="-128"/>
              <a:cs typeface="Calibri" pitchFamily="34" charset="0"/>
            </a:rPr>
            <a:t>YouTube</a:t>
          </a:r>
          <a:endParaRPr lang="es-MX" sz="1200" dirty="0">
            <a:latin typeface="Soberana Sans" pitchFamily="50" charset="0"/>
            <a:ea typeface="ＭＳ Ｐゴシック" charset="-128"/>
          </a:endParaRPr>
        </a:p>
      </dgm:t>
    </dgm:pt>
    <dgm:pt modelId="{68FDCEAB-D5C1-4480-8138-3FD7198EBFBE}" type="parTrans" cxnId="{A54A4B8A-3C1A-4BD4-9AF7-C1FD2CDF82A2}">
      <dgm:prSet/>
      <dgm:spPr/>
      <dgm:t>
        <a:bodyPr/>
        <a:lstStyle/>
        <a:p>
          <a:endParaRPr lang="es-MX"/>
        </a:p>
      </dgm:t>
    </dgm:pt>
    <dgm:pt modelId="{388800DC-D0D2-4CEC-8ECA-626F5DAF312B}" type="sibTrans" cxnId="{A54A4B8A-3C1A-4BD4-9AF7-C1FD2CDF82A2}">
      <dgm:prSet/>
      <dgm:spPr/>
      <dgm:t>
        <a:bodyPr/>
        <a:lstStyle/>
        <a:p>
          <a:endParaRPr lang="es-MX"/>
        </a:p>
      </dgm:t>
    </dgm:pt>
    <dgm:pt modelId="{FF763642-5178-46A1-8659-9FD622476A52}">
      <dgm:prSet custT="1"/>
      <dgm:spPr/>
      <dgm:t>
        <a:bodyPr/>
        <a:lstStyle/>
        <a:p>
          <a:r>
            <a:rPr lang="es-MX" sz="1200" b="1" smtClean="0">
              <a:latin typeface="Soberana Sans" pitchFamily="50" charset="0"/>
              <a:ea typeface="ＭＳ Ｐゴシック" charset="-128"/>
              <a:cs typeface="Calibri" pitchFamily="34" charset="0"/>
            </a:rPr>
            <a:t>Facebook</a:t>
          </a:r>
          <a:endParaRPr lang="es-MX" sz="1200" dirty="0">
            <a:latin typeface="Soberana Sans" pitchFamily="50" charset="0"/>
            <a:ea typeface="ＭＳ Ｐゴシック" charset="-128"/>
            <a:cs typeface="Calibri" pitchFamily="34" charset="0"/>
          </a:endParaRPr>
        </a:p>
      </dgm:t>
    </dgm:pt>
    <dgm:pt modelId="{9F72A301-D458-4EFA-8B55-812F88AC84EB}" type="parTrans" cxnId="{E1448229-4D52-4912-8B00-A3615D6131D6}">
      <dgm:prSet/>
      <dgm:spPr/>
      <dgm:t>
        <a:bodyPr/>
        <a:lstStyle/>
        <a:p>
          <a:endParaRPr lang="es-MX"/>
        </a:p>
      </dgm:t>
    </dgm:pt>
    <dgm:pt modelId="{2810CC7B-E9CD-439C-9858-3453F296201A}" type="sibTrans" cxnId="{E1448229-4D52-4912-8B00-A3615D6131D6}">
      <dgm:prSet/>
      <dgm:spPr/>
      <dgm:t>
        <a:bodyPr/>
        <a:lstStyle/>
        <a:p>
          <a:endParaRPr lang="es-MX"/>
        </a:p>
      </dgm:t>
    </dgm:pt>
    <dgm:pt modelId="{9F65A78D-1EE1-4010-A6D8-A43E60437058}">
      <dgm:prSet custT="1"/>
      <dgm:spPr/>
      <dgm:t>
        <a:bodyPr/>
        <a:lstStyle/>
        <a:p>
          <a:r>
            <a:rPr lang="es-MX" sz="1200" b="1" smtClean="0">
              <a:latin typeface="Soberana Sans" pitchFamily="50" charset="0"/>
              <a:ea typeface="ＭＳ Ｐゴシック" charset="-128"/>
              <a:cs typeface="Calibri" pitchFamily="34" charset="0"/>
            </a:rPr>
            <a:t>Flickr</a:t>
          </a:r>
          <a:endParaRPr lang="es-MX" sz="1200" dirty="0">
            <a:latin typeface="Soberana Sans" pitchFamily="50" charset="0"/>
            <a:ea typeface="ＭＳ Ｐゴシック" charset="-128"/>
            <a:cs typeface="Calibri" pitchFamily="34" charset="0"/>
          </a:endParaRPr>
        </a:p>
      </dgm:t>
    </dgm:pt>
    <dgm:pt modelId="{BB65B7A3-AA11-43FF-9B8D-5AA69E756628}" type="parTrans" cxnId="{2E3B9527-C954-4069-A5CA-7C973735F38F}">
      <dgm:prSet/>
      <dgm:spPr/>
      <dgm:t>
        <a:bodyPr/>
        <a:lstStyle/>
        <a:p>
          <a:endParaRPr lang="es-MX"/>
        </a:p>
      </dgm:t>
    </dgm:pt>
    <dgm:pt modelId="{1C37241E-E3E6-448E-A814-CA58C2AFB011}" type="sibTrans" cxnId="{2E3B9527-C954-4069-A5CA-7C973735F38F}">
      <dgm:prSet/>
      <dgm:spPr/>
      <dgm:t>
        <a:bodyPr/>
        <a:lstStyle/>
        <a:p>
          <a:endParaRPr lang="es-MX"/>
        </a:p>
      </dgm:t>
    </dgm:pt>
    <dgm:pt modelId="{4748BB51-DEDB-43AD-B90E-01D7F750BE35}">
      <dgm:prSet custT="1"/>
      <dgm:spPr/>
      <dgm:t>
        <a:bodyPr/>
        <a:lstStyle/>
        <a:p>
          <a:r>
            <a:rPr lang="es-MX" sz="1200" smtClean="0">
              <a:latin typeface="Soberana Sans" pitchFamily="50" charset="0"/>
              <a:ea typeface="ＭＳ Ｐゴシック" charset="-128"/>
            </a:rPr>
            <a:t>01 800 INFOSAT (018004636728)  </a:t>
          </a:r>
          <a:r>
            <a:rPr lang="es-MX" sz="1200" smtClean="0">
              <a:latin typeface="Soberana Sans" pitchFamily="50" charset="0"/>
              <a:ea typeface="ＭＳ Ｐゴシック" charset="-128"/>
              <a:cs typeface="Calibri" pitchFamily="34" charset="0"/>
            </a:rPr>
            <a:t>Nacional, Estados Unidos y Canadá. </a:t>
          </a:r>
          <a:endParaRPr lang="es-MX" sz="1200" dirty="0">
            <a:latin typeface="Soberana Sans" pitchFamily="50" charset="0"/>
            <a:ea typeface="ＭＳ Ｐゴシック" charset="-128"/>
            <a:cs typeface="Calibri" pitchFamily="34" charset="0"/>
          </a:endParaRPr>
        </a:p>
      </dgm:t>
    </dgm:pt>
    <dgm:pt modelId="{FCA83223-1C09-41CA-B275-21D4475AB410}" type="parTrans" cxnId="{A0B0A6F9-A1A8-4088-9762-3AA46C090FAC}">
      <dgm:prSet/>
      <dgm:spPr/>
      <dgm:t>
        <a:bodyPr/>
        <a:lstStyle/>
        <a:p>
          <a:endParaRPr lang="es-MX"/>
        </a:p>
      </dgm:t>
    </dgm:pt>
    <dgm:pt modelId="{AC949DE2-453D-47E0-B9C1-FC2D2AD895CF}" type="sibTrans" cxnId="{A0B0A6F9-A1A8-4088-9762-3AA46C090FAC}">
      <dgm:prSet/>
      <dgm:spPr/>
      <dgm:t>
        <a:bodyPr/>
        <a:lstStyle/>
        <a:p>
          <a:endParaRPr lang="es-MX"/>
        </a:p>
      </dgm:t>
    </dgm:pt>
    <dgm:pt modelId="{710E95FC-DBC5-4BD0-A4F5-3AF7F3849297}">
      <dgm:prSet custT="1"/>
      <dgm:spPr/>
      <dgm:t>
        <a:bodyPr/>
        <a:lstStyle/>
        <a:p>
          <a:r>
            <a:rPr lang="es-MX" sz="1200" smtClean="0">
              <a:latin typeface="Soberana Sans" pitchFamily="50" charset="0"/>
              <a:ea typeface="ＭＳ Ｐゴシック" charset="-128"/>
              <a:cs typeface="Calibri" pitchFamily="34" charset="0"/>
            </a:rPr>
            <a:t>Atención  telefónica directa a contribuyentes  con clave de acceso.</a:t>
          </a:r>
          <a:endParaRPr lang="es-MX" sz="1200" dirty="0">
            <a:latin typeface="Soberana Sans" pitchFamily="50" charset="0"/>
            <a:ea typeface="ＭＳ Ｐゴシック" charset="-128"/>
            <a:cs typeface="Calibri" pitchFamily="34" charset="0"/>
          </a:endParaRPr>
        </a:p>
      </dgm:t>
    </dgm:pt>
    <dgm:pt modelId="{928097D6-C0EC-4623-A07D-CE5ED6AAE448}" type="parTrans" cxnId="{E83EC205-8191-4006-98B0-3B3EE6BE238E}">
      <dgm:prSet/>
      <dgm:spPr/>
      <dgm:t>
        <a:bodyPr/>
        <a:lstStyle/>
        <a:p>
          <a:endParaRPr lang="es-MX"/>
        </a:p>
      </dgm:t>
    </dgm:pt>
    <dgm:pt modelId="{239FEF71-C301-4A1E-A68A-22CD89D15030}" type="sibTrans" cxnId="{E83EC205-8191-4006-98B0-3B3EE6BE238E}">
      <dgm:prSet/>
      <dgm:spPr/>
      <dgm:t>
        <a:bodyPr/>
        <a:lstStyle/>
        <a:p>
          <a:endParaRPr lang="es-MX"/>
        </a:p>
      </dgm:t>
    </dgm:pt>
    <dgm:pt modelId="{85756DA5-A284-40A3-8B39-F914CEFFAECC}">
      <dgm:prSet custT="1"/>
      <dgm:spPr/>
      <dgm:t>
        <a:bodyPr/>
        <a:lstStyle/>
        <a:p>
          <a:r>
            <a:rPr lang="es-MX" sz="1200" smtClean="0">
              <a:latin typeface="Soberana Sans" pitchFamily="50" charset="0"/>
              <a:ea typeface="ＭＳ Ｐゴシック" charset="-128"/>
              <a:cs typeface="Calibri" pitchFamily="34" charset="0"/>
            </a:rPr>
            <a:t>Además, para algunos contribuyentes es posible presentar declaración vía telefónica y obtienen un folio como acuse de presentación, vía un SMS.</a:t>
          </a:r>
          <a:endParaRPr lang="es-MX" sz="1200" dirty="0">
            <a:latin typeface="Soberana Sans" pitchFamily="50" charset="0"/>
            <a:ea typeface="ＭＳ Ｐゴシック" charset="-128"/>
            <a:cs typeface="Calibri" pitchFamily="34" charset="0"/>
          </a:endParaRPr>
        </a:p>
      </dgm:t>
    </dgm:pt>
    <dgm:pt modelId="{32799097-C210-4FF7-B291-98BD1B9B508F}" type="parTrans" cxnId="{4DF1FE3E-A96D-494F-9C1B-D97E11A2E7BA}">
      <dgm:prSet/>
      <dgm:spPr/>
      <dgm:t>
        <a:bodyPr/>
        <a:lstStyle/>
        <a:p>
          <a:endParaRPr lang="es-MX"/>
        </a:p>
      </dgm:t>
    </dgm:pt>
    <dgm:pt modelId="{F7469C58-CD9A-4A37-8637-B8368BDA1588}" type="sibTrans" cxnId="{4DF1FE3E-A96D-494F-9C1B-D97E11A2E7BA}">
      <dgm:prSet/>
      <dgm:spPr/>
      <dgm:t>
        <a:bodyPr/>
        <a:lstStyle/>
        <a:p>
          <a:endParaRPr lang="es-MX"/>
        </a:p>
      </dgm:t>
    </dgm:pt>
    <dgm:pt modelId="{0041F4A1-0133-4114-ABE6-9877225171BF}" type="pres">
      <dgm:prSet presAssocID="{38EDC155-DC65-4775-AA83-3753F86346FC}" presName="linear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s-MX"/>
        </a:p>
      </dgm:t>
    </dgm:pt>
    <dgm:pt modelId="{0D06B22C-E132-46CF-A54D-8568C515FC73}" type="pres">
      <dgm:prSet presAssocID="{36DCBD95-5572-4CF5-BCD9-7117D164F31E}" presName="comp" presStyleCnt="0"/>
      <dgm:spPr/>
    </dgm:pt>
    <dgm:pt modelId="{AAE969F0-6647-47B3-99E0-D3E003518E53}" type="pres">
      <dgm:prSet presAssocID="{36DCBD95-5572-4CF5-BCD9-7117D164F31E}" presName="box" presStyleLbl="node1" presStyleIdx="0" presStyleCnt="3" custLinFactNeighborX="-9" custLinFactNeighborY="25"/>
      <dgm:spPr/>
      <dgm:t>
        <a:bodyPr/>
        <a:lstStyle/>
        <a:p>
          <a:endParaRPr lang="es-MX"/>
        </a:p>
      </dgm:t>
    </dgm:pt>
    <dgm:pt modelId="{CA8ACED7-DF33-4533-AC92-C322F993881E}" type="pres">
      <dgm:prSet presAssocID="{36DCBD95-5572-4CF5-BCD9-7117D164F31E}" presName="img" presStyleLbl="fgImgPlac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-15000" b="-15000"/>
          </a:stretch>
        </a:blipFill>
      </dgm:spPr>
    </dgm:pt>
    <dgm:pt modelId="{84991428-1F2E-43D7-A4F7-489BB69E787F}" type="pres">
      <dgm:prSet presAssocID="{36DCBD95-5572-4CF5-BCD9-7117D164F31E}" presName="text" presStyleLbl="node1" presStyleIdx="0" presStyleCnt="3">
        <dgm:presLayoutVars>
          <dgm:bulletEnabled val="1"/>
        </dgm:presLayoutVars>
      </dgm:prSet>
      <dgm:spPr/>
      <dgm:t>
        <a:bodyPr/>
        <a:lstStyle/>
        <a:p>
          <a:endParaRPr lang="es-MX"/>
        </a:p>
      </dgm:t>
    </dgm:pt>
    <dgm:pt modelId="{46EBFE5F-D491-4BAF-AADF-EA4A22F8DA67}" type="pres">
      <dgm:prSet presAssocID="{010230AD-5E9B-413B-8051-3F3D88A8A342}" presName="spacer" presStyleCnt="0"/>
      <dgm:spPr/>
    </dgm:pt>
    <dgm:pt modelId="{F305EB28-9FF3-4EE5-A9FB-03C1FB819605}" type="pres">
      <dgm:prSet presAssocID="{9EC78635-4342-4164-AB73-BF38CBA14105}" presName="comp" presStyleCnt="0"/>
      <dgm:spPr/>
    </dgm:pt>
    <dgm:pt modelId="{FBC5FAAA-3E9E-477B-BAAD-5A8F1A49981E}" type="pres">
      <dgm:prSet presAssocID="{9EC78635-4342-4164-AB73-BF38CBA14105}" presName="box" presStyleLbl="node1" presStyleIdx="1" presStyleCnt="3"/>
      <dgm:spPr/>
      <dgm:t>
        <a:bodyPr/>
        <a:lstStyle/>
        <a:p>
          <a:endParaRPr lang="es-MX"/>
        </a:p>
      </dgm:t>
    </dgm:pt>
    <dgm:pt modelId="{5EFF4623-C742-442F-9CEE-685278AE7D8D}" type="pres">
      <dgm:prSet presAssocID="{9EC78635-4342-4164-AB73-BF38CBA14105}" presName="img" presStyleLbl="fgImgPlace1" presStyleIdx="1" presStyleCnt="3"/>
      <dgm:spPr>
        <a:blipFill>
          <a:blip xmlns:r="http://schemas.openxmlformats.org/officeDocument/2006/relationships"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-2000" b="-2000"/>
          </a:stretch>
        </a:blipFill>
      </dgm:spPr>
    </dgm:pt>
    <dgm:pt modelId="{57F04197-B628-492E-8D39-BDD6962173F1}" type="pres">
      <dgm:prSet presAssocID="{9EC78635-4342-4164-AB73-BF38CBA14105}" presName="text" presStyleLbl="node1" presStyleIdx="1" presStyleCnt="3">
        <dgm:presLayoutVars>
          <dgm:bulletEnabled val="1"/>
        </dgm:presLayoutVars>
      </dgm:prSet>
      <dgm:spPr/>
      <dgm:t>
        <a:bodyPr/>
        <a:lstStyle/>
        <a:p>
          <a:endParaRPr lang="es-MX"/>
        </a:p>
      </dgm:t>
    </dgm:pt>
    <dgm:pt modelId="{7105313C-C7BD-4259-B3D9-E0C6DEA0F53B}" type="pres">
      <dgm:prSet presAssocID="{9205658B-336A-43D9-B26C-18215C8D8B1F}" presName="spacer" presStyleCnt="0"/>
      <dgm:spPr/>
    </dgm:pt>
    <dgm:pt modelId="{21E69F2E-509F-4E64-8D78-59A487F9A721}" type="pres">
      <dgm:prSet presAssocID="{58B0B5AB-241E-4F68-8565-6F49B13018F3}" presName="comp" presStyleCnt="0"/>
      <dgm:spPr/>
    </dgm:pt>
    <dgm:pt modelId="{0255A3E0-1093-45A7-B377-7DF3AEEF84B3}" type="pres">
      <dgm:prSet presAssocID="{58B0B5AB-241E-4F68-8565-6F49B13018F3}" presName="box" presStyleLbl="node1" presStyleIdx="2" presStyleCnt="3"/>
      <dgm:spPr/>
      <dgm:t>
        <a:bodyPr/>
        <a:lstStyle/>
        <a:p>
          <a:endParaRPr lang="es-MX"/>
        </a:p>
      </dgm:t>
    </dgm:pt>
    <dgm:pt modelId="{5289DD09-0408-4D98-B049-5FB667C32EF7}" type="pres">
      <dgm:prSet presAssocID="{58B0B5AB-241E-4F68-8565-6F49B13018F3}" presName="img" presStyleLbl="fgImgPlace1" presStyleIdx="2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-23000" b="-23000"/>
          </a:stretch>
        </a:blipFill>
      </dgm:spPr>
    </dgm:pt>
    <dgm:pt modelId="{B809666F-2687-41B9-95A6-47C040917983}" type="pres">
      <dgm:prSet presAssocID="{58B0B5AB-241E-4F68-8565-6F49B13018F3}" presName="text" presStyleLbl="node1" presStyleIdx="2" presStyleCnt="3">
        <dgm:presLayoutVars>
          <dgm:bulletEnabled val="1"/>
        </dgm:presLayoutVars>
      </dgm:prSet>
      <dgm:spPr/>
      <dgm:t>
        <a:bodyPr/>
        <a:lstStyle/>
        <a:p>
          <a:endParaRPr lang="es-MX"/>
        </a:p>
      </dgm:t>
    </dgm:pt>
  </dgm:ptLst>
  <dgm:cxnLst>
    <dgm:cxn modelId="{E0BB1C0D-0E0B-4AD0-AB49-A97B9974C852}" type="presOf" srcId="{85756DA5-A284-40A3-8B39-F914CEFFAECC}" destId="{B809666F-2687-41B9-95A6-47C040917983}" srcOrd="1" destOrd="4" presId="urn:microsoft.com/office/officeart/2005/8/layout/vList4#4"/>
    <dgm:cxn modelId="{85403C18-9BBD-4DFE-BD74-265179E67B20}" type="presOf" srcId="{C4650CA4-C82B-4270-B84E-982EE95657D4}" destId="{B809666F-2687-41B9-95A6-47C040917983}" srcOrd="1" destOrd="1" presId="urn:microsoft.com/office/officeart/2005/8/layout/vList4#4"/>
    <dgm:cxn modelId="{147EAF63-4E4B-457E-B5D7-6AC3E877DA8A}" srcId="{36DCBD95-5572-4CF5-BCD9-7117D164F31E}" destId="{C284FBF2-DC08-4B24-9C78-820B940C1043}" srcOrd="2" destOrd="0" parTransId="{A0E835F0-62C3-48F7-A068-58E944EAB0B6}" sibTransId="{254DA028-17C4-4867-9EBB-1257FD66DBC5}"/>
    <dgm:cxn modelId="{459ABFB1-DD00-4EBD-B578-063A094A5C76}" type="presOf" srcId="{710E95FC-DBC5-4BD0-A4F5-3AF7F3849297}" destId="{0255A3E0-1093-45A7-B377-7DF3AEEF84B3}" srcOrd="0" destOrd="3" presId="urn:microsoft.com/office/officeart/2005/8/layout/vList4#4"/>
    <dgm:cxn modelId="{8B9AF4E4-4A49-40B4-A449-24C92353EC87}" type="presOf" srcId="{FF763642-5178-46A1-8659-9FD622476A52}" destId="{FBC5FAAA-3E9E-477B-BAAD-5A8F1A49981E}" srcOrd="0" destOrd="3" presId="urn:microsoft.com/office/officeart/2005/8/layout/vList4#4"/>
    <dgm:cxn modelId="{DEDF03B1-BACC-4E42-BB34-F9F0D2517EC2}" type="presOf" srcId="{0D3204AE-959F-4483-91EF-22C96B623CA2}" destId="{AAE969F0-6647-47B3-99E0-D3E003518E53}" srcOrd="0" destOrd="1" presId="urn:microsoft.com/office/officeart/2005/8/layout/vList4#4"/>
    <dgm:cxn modelId="{9D3A2928-F71F-4618-BD77-FE85C700C1A0}" type="presOf" srcId="{E4FA7AE7-533E-4368-BB8A-FB7431478745}" destId="{84991428-1F2E-43D7-A4F7-489BB69E787F}" srcOrd="1" destOrd="5" presId="urn:microsoft.com/office/officeart/2005/8/layout/vList4#4"/>
    <dgm:cxn modelId="{37179E6C-1451-4B79-A031-B3A7D1B28676}" srcId="{36DCBD95-5572-4CF5-BCD9-7117D164F31E}" destId="{E3056B1D-189E-4ECE-BF6A-B6D0E615DBFB}" srcOrd="1" destOrd="0" parTransId="{CE7B43A8-38CB-4678-9497-9BCB2E6368DB}" sibTransId="{F787200E-FB47-431A-B703-CB0D2991B017}"/>
    <dgm:cxn modelId="{D5454402-A4C3-4A6C-9266-7C0EE0085A25}" type="presOf" srcId="{C284FBF2-DC08-4B24-9C78-820B940C1043}" destId="{84991428-1F2E-43D7-A4F7-489BB69E787F}" srcOrd="1" destOrd="3" presId="urn:microsoft.com/office/officeart/2005/8/layout/vList4#4"/>
    <dgm:cxn modelId="{A0B0A6F9-A1A8-4088-9762-3AA46C090FAC}" srcId="{58B0B5AB-241E-4F68-8565-6F49B13018F3}" destId="{4748BB51-DEDB-43AD-B90E-01D7F750BE35}" srcOrd="1" destOrd="0" parTransId="{FCA83223-1C09-41CA-B275-21D4475AB410}" sibTransId="{AC949DE2-453D-47E0-B9C1-FC2D2AD895CF}"/>
    <dgm:cxn modelId="{C02EB5C7-C89F-448F-B941-857BD5E81F5E}" type="presOf" srcId="{36DCBD95-5572-4CF5-BCD9-7117D164F31E}" destId="{AAE969F0-6647-47B3-99E0-D3E003518E53}" srcOrd="0" destOrd="0" presId="urn:microsoft.com/office/officeart/2005/8/layout/vList4#4"/>
    <dgm:cxn modelId="{EB6D5D17-1E2B-4C83-94A2-05674B09E517}" type="presOf" srcId="{7964F837-B161-4F69-AFC1-CBA7B5CA2C6A}" destId="{57F04197-B628-492E-8D39-BDD6962173F1}" srcOrd="1" destOrd="1" presId="urn:microsoft.com/office/officeart/2005/8/layout/vList4#4"/>
    <dgm:cxn modelId="{3F117438-9799-4FA7-B2C3-02212AB9A34C}" type="presOf" srcId="{710E95FC-DBC5-4BD0-A4F5-3AF7F3849297}" destId="{B809666F-2687-41B9-95A6-47C040917983}" srcOrd="1" destOrd="3" presId="urn:microsoft.com/office/officeart/2005/8/layout/vList4#4"/>
    <dgm:cxn modelId="{2B92ACC5-9C41-4943-9F5D-602FE1D8EAAC}" srcId="{36DCBD95-5572-4CF5-BCD9-7117D164F31E}" destId="{E4FA7AE7-533E-4368-BB8A-FB7431478745}" srcOrd="4" destOrd="0" parTransId="{17259320-0EBA-4591-A7B0-E7D936C94FBF}" sibTransId="{A9114185-F4BE-4C48-BA75-CB3B2A8E9DE7}"/>
    <dgm:cxn modelId="{688CB26F-E0B1-4BC1-9904-52A9AEADEC4B}" type="presOf" srcId="{FF763642-5178-46A1-8659-9FD622476A52}" destId="{57F04197-B628-492E-8D39-BDD6962173F1}" srcOrd="1" destOrd="3" presId="urn:microsoft.com/office/officeart/2005/8/layout/vList4#4"/>
    <dgm:cxn modelId="{26A0B391-541E-4942-9859-5474B40A9C6A}" type="presOf" srcId="{46B391AB-1A88-4B5B-9A87-903797E33300}" destId="{FBC5FAAA-3E9E-477B-BAAD-5A8F1A49981E}" srcOrd="0" destOrd="2" presId="urn:microsoft.com/office/officeart/2005/8/layout/vList4#4"/>
    <dgm:cxn modelId="{7698A0B5-9B4A-4975-BB2D-BC72DD6A46D9}" type="presOf" srcId="{36DCBD95-5572-4CF5-BCD9-7117D164F31E}" destId="{84991428-1F2E-43D7-A4F7-489BB69E787F}" srcOrd="1" destOrd="0" presId="urn:microsoft.com/office/officeart/2005/8/layout/vList4#4"/>
    <dgm:cxn modelId="{A54A4B8A-3C1A-4BD4-9AF7-C1FD2CDF82A2}" srcId="{9EC78635-4342-4164-AB73-BF38CBA14105}" destId="{46B391AB-1A88-4B5B-9A87-903797E33300}" srcOrd="1" destOrd="0" parTransId="{68FDCEAB-D5C1-4480-8138-3FD7198EBFBE}" sibTransId="{388800DC-D0D2-4CEC-8ECA-626F5DAF312B}"/>
    <dgm:cxn modelId="{90ED99D5-71EA-4E63-AE12-7A7DEB8E02AA}" srcId="{38EDC155-DC65-4775-AA83-3753F86346FC}" destId="{36DCBD95-5572-4CF5-BCD9-7117D164F31E}" srcOrd="0" destOrd="0" parTransId="{9950053C-3073-49C0-9673-5BC3E609892C}" sibTransId="{010230AD-5E9B-413B-8051-3F3D88A8A342}"/>
    <dgm:cxn modelId="{7A62E112-E8ED-4FE3-91DF-22CA985D05E6}" type="presOf" srcId="{38EDC155-DC65-4775-AA83-3753F86346FC}" destId="{0041F4A1-0133-4114-ABE6-9877225171BF}" srcOrd="0" destOrd="0" presId="urn:microsoft.com/office/officeart/2005/8/layout/vList4#4"/>
    <dgm:cxn modelId="{82CC92DD-35ED-4E66-8D9F-C5112C85802D}" type="presOf" srcId="{9F65A78D-1EE1-4010-A6D8-A43E60437058}" destId="{FBC5FAAA-3E9E-477B-BAAD-5A8F1A49981E}" srcOrd="0" destOrd="4" presId="urn:microsoft.com/office/officeart/2005/8/layout/vList4#4"/>
    <dgm:cxn modelId="{B8FA542D-A5AE-42B7-9117-7D6135587C38}" type="presOf" srcId="{58B0B5AB-241E-4F68-8565-6F49B13018F3}" destId="{B809666F-2687-41B9-95A6-47C040917983}" srcOrd="1" destOrd="0" presId="urn:microsoft.com/office/officeart/2005/8/layout/vList4#4"/>
    <dgm:cxn modelId="{0E5326AF-3A03-4E3E-A1C4-E68EAEE7A768}" type="presOf" srcId="{4748BB51-DEDB-43AD-B90E-01D7F750BE35}" destId="{B809666F-2687-41B9-95A6-47C040917983}" srcOrd="1" destOrd="2" presId="urn:microsoft.com/office/officeart/2005/8/layout/vList4#4"/>
    <dgm:cxn modelId="{20EC5F7E-AAB3-4795-9E48-27E2D9D6ADDE}" type="presOf" srcId="{9F65A78D-1EE1-4010-A6D8-A43E60437058}" destId="{57F04197-B628-492E-8D39-BDD6962173F1}" srcOrd="1" destOrd="4" presId="urn:microsoft.com/office/officeart/2005/8/layout/vList4#4"/>
    <dgm:cxn modelId="{1200AC6F-12C5-4739-B9E2-9146C6D64979}" srcId="{9EC78635-4342-4164-AB73-BF38CBA14105}" destId="{7964F837-B161-4F69-AFC1-CBA7B5CA2C6A}" srcOrd="0" destOrd="0" parTransId="{AB4B36F3-3F4A-4338-978F-8950068E82D3}" sibTransId="{44826A0A-7F7F-41BA-A8B2-AD3D61CEAC5E}"/>
    <dgm:cxn modelId="{5FD583B9-EB98-4718-ADA1-F726C713BDD1}" srcId="{58B0B5AB-241E-4F68-8565-6F49B13018F3}" destId="{C4650CA4-C82B-4270-B84E-982EE95657D4}" srcOrd="0" destOrd="0" parTransId="{7ED0781A-ABE5-42BF-9011-B3020F99C572}" sibTransId="{17C7BF25-033F-4FE5-97D8-D3368C018714}"/>
    <dgm:cxn modelId="{0132165E-49B4-4E2D-A554-6F61312ACE17}" type="presOf" srcId="{9EC78635-4342-4164-AB73-BF38CBA14105}" destId="{FBC5FAAA-3E9E-477B-BAAD-5A8F1A49981E}" srcOrd="0" destOrd="0" presId="urn:microsoft.com/office/officeart/2005/8/layout/vList4#4"/>
    <dgm:cxn modelId="{1A33D09E-0433-4478-9145-B26286AA9B9B}" type="presOf" srcId="{28E97C30-8591-4FED-ADD9-5CB0C006EE50}" destId="{AAE969F0-6647-47B3-99E0-D3E003518E53}" srcOrd="0" destOrd="4" presId="urn:microsoft.com/office/officeart/2005/8/layout/vList4#4"/>
    <dgm:cxn modelId="{34F80D39-B68E-4CE7-BF90-88CC437E28AA}" type="presOf" srcId="{28E97C30-8591-4FED-ADD9-5CB0C006EE50}" destId="{84991428-1F2E-43D7-A4F7-489BB69E787F}" srcOrd="1" destOrd="4" presId="urn:microsoft.com/office/officeart/2005/8/layout/vList4#4"/>
    <dgm:cxn modelId="{D9D4D44A-CE99-4BC1-83E4-8AF9C8B4516B}" type="presOf" srcId="{C284FBF2-DC08-4B24-9C78-820B940C1043}" destId="{AAE969F0-6647-47B3-99E0-D3E003518E53}" srcOrd="0" destOrd="3" presId="urn:microsoft.com/office/officeart/2005/8/layout/vList4#4"/>
    <dgm:cxn modelId="{84B786D3-AB23-4024-AD12-43A08A3D9ADE}" type="presOf" srcId="{0D3204AE-959F-4483-91EF-22C96B623CA2}" destId="{84991428-1F2E-43D7-A4F7-489BB69E787F}" srcOrd="1" destOrd="1" presId="urn:microsoft.com/office/officeart/2005/8/layout/vList4#4"/>
    <dgm:cxn modelId="{01AFAFF9-F2CE-451A-9EA3-5851A08B9307}" type="presOf" srcId="{9EC78635-4342-4164-AB73-BF38CBA14105}" destId="{57F04197-B628-492E-8D39-BDD6962173F1}" srcOrd="1" destOrd="0" presId="urn:microsoft.com/office/officeart/2005/8/layout/vList4#4"/>
    <dgm:cxn modelId="{E83EC205-8191-4006-98B0-3B3EE6BE238E}" srcId="{4748BB51-DEDB-43AD-B90E-01D7F750BE35}" destId="{710E95FC-DBC5-4BD0-A4F5-3AF7F3849297}" srcOrd="0" destOrd="0" parTransId="{928097D6-C0EC-4623-A07D-CE5ED6AAE448}" sibTransId="{239FEF71-C301-4A1E-A68A-22CD89D15030}"/>
    <dgm:cxn modelId="{0CE1F1F5-2A85-4C93-9162-DE7B4B83EB84}" srcId="{38EDC155-DC65-4775-AA83-3753F86346FC}" destId="{58B0B5AB-241E-4F68-8565-6F49B13018F3}" srcOrd="2" destOrd="0" parTransId="{E648F655-67BC-43F9-B336-D9F4DA7DC901}" sibTransId="{122D85BB-E097-432D-9F4F-1F340E903A53}"/>
    <dgm:cxn modelId="{4B1EDA0C-5F8F-4E86-A87C-6FB6AA3736FE}" type="presOf" srcId="{E3056B1D-189E-4ECE-BF6A-B6D0E615DBFB}" destId="{AAE969F0-6647-47B3-99E0-D3E003518E53}" srcOrd="0" destOrd="2" presId="urn:microsoft.com/office/officeart/2005/8/layout/vList4#4"/>
    <dgm:cxn modelId="{3A1CF304-691F-4006-BC52-CA35AEEDD052}" srcId="{36DCBD95-5572-4CF5-BCD9-7117D164F31E}" destId="{0D3204AE-959F-4483-91EF-22C96B623CA2}" srcOrd="0" destOrd="0" parTransId="{99A0DB67-824E-4368-9F1B-692CDF909E80}" sibTransId="{64EEDBB4-3847-49CB-B340-B71D324768F3}"/>
    <dgm:cxn modelId="{4DF1FE3E-A96D-494F-9C1B-D97E11A2E7BA}" srcId="{4748BB51-DEDB-43AD-B90E-01D7F750BE35}" destId="{85756DA5-A284-40A3-8B39-F914CEFFAECC}" srcOrd="1" destOrd="0" parTransId="{32799097-C210-4FF7-B291-98BD1B9B508F}" sibTransId="{F7469C58-CD9A-4A37-8637-B8368BDA1588}"/>
    <dgm:cxn modelId="{2D9D5BA5-CE23-4647-ADBC-45835180D17E}" srcId="{36DCBD95-5572-4CF5-BCD9-7117D164F31E}" destId="{28E97C30-8591-4FED-ADD9-5CB0C006EE50}" srcOrd="3" destOrd="0" parTransId="{03BA5FCC-BD73-4253-97D1-DBBD2FE70F11}" sibTransId="{FBFDE78E-E61E-4107-9EE3-E0F7AE0AC954}"/>
    <dgm:cxn modelId="{C9D26F27-6963-4F5A-B96B-9F0D50917BA3}" type="presOf" srcId="{7964F837-B161-4F69-AFC1-CBA7B5CA2C6A}" destId="{FBC5FAAA-3E9E-477B-BAAD-5A8F1A49981E}" srcOrd="0" destOrd="1" presId="urn:microsoft.com/office/officeart/2005/8/layout/vList4#4"/>
    <dgm:cxn modelId="{3362BC9B-AE82-4DFC-AAFB-5E0C1955FF0C}" type="presOf" srcId="{85756DA5-A284-40A3-8B39-F914CEFFAECC}" destId="{0255A3E0-1093-45A7-B377-7DF3AEEF84B3}" srcOrd="0" destOrd="4" presId="urn:microsoft.com/office/officeart/2005/8/layout/vList4#4"/>
    <dgm:cxn modelId="{2E3B9527-C954-4069-A5CA-7C973735F38F}" srcId="{9EC78635-4342-4164-AB73-BF38CBA14105}" destId="{9F65A78D-1EE1-4010-A6D8-A43E60437058}" srcOrd="3" destOrd="0" parTransId="{BB65B7A3-AA11-43FF-9B8D-5AA69E756628}" sibTransId="{1C37241E-E3E6-448E-A814-CA58C2AFB011}"/>
    <dgm:cxn modelId="{EBF96C8C-3F3E-4E20-A12B-3E4A316E24DB}" type="presOf" srcId="{E4FA7AE7-533E-4368-BB8A-FB7431478745}" destId="{AAE969F0-6647-47B3-99E0-D3E003518E53}" srcOrd="0" destOrd="5" presId="urn:microsoft.com/office/officeart/2005/8/layout/vList4#4"/>
    <dgm:cxn modelId="{E0E3F58A-D837-4B26-9301-6CA8CD7C4134}" srcId="{38EDC155-DC65-4775-AA83-3753F86346FC}" destId="{9EC78635-4342-4164-AB73-BF38CBA14105}" srcOrd="1" destOrd="0" parTransId="{67FE2CBD-3F36-4B79-B1E6-6344B6F35152}" sibTransId="{9205658B-336A-43D9-B26C-18215C8D8B1F}"/>
    <dgm:cxn modelId="{F439F348-142E-47F1-A6DB-5B44A0BA7555}" type="presOf" srcId="{E3056B1D-189E-4ECE-BF6A-B6D0E615DBFB}" destId="{84991428-1F2E-43D7-A4F7-489BB69E787F}" srcOrd="1" destOrd="2" presId="urn:microsoft.com/office/officeart/2005/8/layout/vList4#4"/>
    <dgm:cxn modelId="{343E6412-1115-47C0-8220-08981C35F500}" type="presOf" srcId="{C4650CA4-C82B-4270-B84E-982EE95657D4}" destId="{0255A3E0-1093-45A7-B377-7DF3AEEF84B3}" srcOrd="0" destOrd="1" presId="urn:microsoft.com/office/officeart/2005/8/layout/vList4#4"/>
    <dgm:cxn modelId="{12B67197-B1F1-4810-AC08-604198A5F929}" type="presOf" srcId="{4748BB51-DEDB-43AD-B90E-01D7F750BE35}" destId="{0255A3E0-1093-45A7-B377-7DF3AEEF84B3}" srcOrd="0" destOrd="2" presId="urn:microsoft.com/office/officeart/2005/8/layout/vList4#4"/>
    <dgm:cxn modelId="{8E90DACB-8065-4412-922B-A1CA63297D1B}" type="presOf" srcId="{58B0B5AB-241E-4F68-8565-6F49B13018F3}" destId="{0255A3E0-1093-45A7-B377-7DF3AEEF84B3}" srcOrd="0" destOrd="0" presId="urn:microsoft.com/office/officeart/2005/8/layout/vList4#4"/>
    <dgm:cxn modelId="{E1448229-4D52-4912-8B00-A3615D6131D6}" srcId="{9EC78635-4342-4164-AB73-BF38CBA14105}" destId="{FF763642-5178-46A1-8659-9FD622476A52}" srcOrd="2" destOrd="0" parTransId="{9F72A301-D458-4EFA-8B55-812F88AC84EB}" sibTransId="{2810CC7B-E9CD-439C-9858-3453F296201A}"/>
    <dgm:cxn modelId="{D3F93CC4-093D-4953-8DB7-E09D3E694CE8}" type="presOf" srcId="{46B391AB-1A88-4B5B-9A87-903797E33300}" destId="{57F04197-B628-492E-8D39-BDD6962173F1}" srcOrd="1" destOrd="2" presId="urn:microsoft.com/office/officeart/2005/8/layout/vList4#4"/>
    <dgm:cxn modelId="{79CB3599-E6E0-471F-8FE6-D67B7AED3507}" type="presParOf" srcId="{0041F4A1-0133-4114-ABE6-9877225171BF}" destId="{0D06B22C-E132-46CF-A54D-8568C515FC73}" srcOrd="0" destOrd="0" presId="urn:microsoft.com/office/officeart/2005/8/layout/vList4#4"/>
    <dgm:cxn modelId="{8A76B012-75BD-4A3D-A7B0-C71972D10177}" type="presParOf" srcId="{0D06B22C-E132-46CF-A54D-8568C515FC73}" destId="{AAE969F0-6647-47B3-99E0-D3E003518E53}" srcOrd="0" destOrd="0" presId="urn:microsoft.com/office/officeart/2005/8/layout/vList4#4"/>
    <dgm:cxn modelId="{D926D3CA-0262-4EB5-A2AD-7C1E0303D57C}" type="presParOf" srcId="{0D06B22C-E132-46CF-A54D-8568C515FC73}" destId="{CA8ACED7-DF33-4533-AC92-C322F993881E}" srcOrd="1" destOrd="0" presId="urn:microsoft.com/office/officeart/2005/8/layout/vList4#4"/>
    <dgm:cxn modelId="{8DBAF600-9DA5-4144-8502-062888897C84}" type="presParOf" srcId="{0D06B22C-E132-46CF-A54D-8568C515FC73}" destId="{84991428-1F2E-43D7-A4F7-489BB69E787F}" srcOrd="2" destOrd="0" presId="urn:microsoft.com/office/officeart/2005/8/layout/vList4#4"/>
    <dgm:cxn modelId="{2F932100-31C1-4BBA-8A32-FF4B9D8FC49C}" type="presParOf" srcId="{0041F4A1-0133-4114-ABE6-9877225171BF}" destId="{46EBFE5F-D491-4BAF-AADF-EA4A22F8DA67}" srcOrd="1" destOrd="0" presId="urn:microsoft.com/office/officeart/2005/8/layout/vList4#4"/>
    <dgm:cxn modelId="{F8A44F3C-98A4-4E30-9E6B-06F79FE383AD}" type="presParOf" srcId="{0041F4A1-0133-4114-ABE6-9877225171BF}" destId="{F305EB28-9FF3-4EE5-A9FB-03C1FB819605}" srcOrd="2" destOrd="0" presId="urn:microsoft.com/office/officeart/2005/8/layout/vList4#4"/>
    <dgm:cxn modelId="{E3AB5C48-01DA-45E3-B7DB-27B083D2DA4D}" type="presParOf" srcId="{F305EB28-9FF3-4EE5-A9FB-03C1FB819605}" destId="{FBC5FAAA-3E9E-477B-BAAD-5A8F1A49981E}" srcOrd="0" destOrd="0" presId="urn:microsoft.com/office/officeart/2005/8/layout/vList4#4"/>
    <dgm:cxn modelId="{D5064EE8-7C2D-44B6-95A7-E1BA7A5C404B}" type="presParOf" srcId="{F305EB28-9FF3-4EE5-A9FB-03C1FB819605}" destId="{5EFF4623-C742-442F-9CEE-685278AE7D8D}" srcOrd="1" destOrd="0" presId="urn:microsoft.com/office/officeart/2005/8/layout/vList4#4"/>
    <dgm:cxn modelId="{E5928EE8-BFF0-4C58-A4A8-9E6A8D5B615F}" type="presParOf" srcId="{F305EB28-9FF3-4EE5-A9FB-03C1FB819605}" destId="{57F04197-B628-492E-8D39-BDD6962173F1}" srcOrd="2" destOrd="0" presId="urn:microsoft.com/office/officeart/2005/8/layout/vList4#4"/>
    <dgm:cxn modelId="{0DCC9146-0947-4BF5-8218-0502EAD06A6D}" type="presParOf" srcId="{0041F4A1-0133-4114-ABE6-9877225171BF}" destId="{7105313C-C7BD-4259-B3D9-E0C6DEA0F53B}" srcOrd="3" destOrd="0" presId="urn:microsoft.com/office/officeart/2005/8/layout/vList4#4"/>
    <dgm:cxn modelId="{F86F63BE-28BC-480D-BC55-F8B0BD9FFB45}" type="presParOf" srcId="{0041F4A1-0133-4114-ABE6-9877225171BF}" destId="{21E69F2E-509F-4E64-8D78-59A487F9A721}" srcOrd="4" destOrd="0" presId="urn:microsoft.com/office/officeart/2005/8/layout/vList4#4"/>
    <dgm:cxn modelId="{1D781911-4F3B-4638-AB29-F9FE1FDE2D23}" type="presParOf" srcId="{21E69F2E-509F-4E64-8D78-59A487F9A721}" destId="{0255A3E0-1093-45A7-B377-7DF3AEEF84B3}" srcOrd="0" destOrd="0" presId="urn:microsoft.com/office/officeart/2005/8/layout/vList4#4"/>
    <dgm:cxn modelId="{B1B92DBE-6396-496E-992F-6CCAEEBF2888}" type="presParOf" srcId="{21E69F2E-509F-4E64-8D78-59A487F9A721}" destId="{5289DD09-0408-4D98-B049-5FB667C32EF7}" srcOrd="1" destOrd="0" presId="urn:microsoft.com/office/officeart/2005/8/layout/vList4#4"/>
    <dgm:cxn modelId="{9BA5EBDF-FD5E-4F30-A307-CC06BCDB43A2}" type="presParOf" srcId="{21E69F2E-509F-4E64-8D78-59A487F9A721}" destId="{B809666F-2687-41B9-95A6-47C040917983}" srcOrd="2" destOrd="0" presId="urn:microsoft.com/office/officeart/2005/8/layout/vList4#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AE969F0-6647-47B3-99E0-D3E003518E53}">
      <dsp:nvSpPr>
        <dsp:cNvPr id="0" name=""/>
        <dsp:cNvSpPr/>
      </dsp:nvSpPr>
      <dsp:spPr>
        <a:xfrm>
          <a:off x="0" y="353"/>
          <a:ext cx="8229600" cy="1414363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t" anchorCtr="0">
          <a:noAutofit/>
        </a:bodyPr>
        <a:lstStyle/>
        <a:p>
          <a:pPr lvl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MX" sz="1100" kern="1200" dirty="0" smtClean="0">
              <a:latin typeface="Soberana Sans" pitchFamily="50" charset="0"/>
            </a:rPr>
            <a:t>Portal de internet del SAT</a:t>
          </a:r>
          <a:endParaRPr lang="es-MX" sz="1100" kern="1200" dirty="0">
            <a:latin typeface="Soberana Sans" pitchFamily="50" charset="0"/>
          </a:endParaRP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s-MX" sz="1100" kern="1200" smtClean="0">
              <a:latin typeface="Soberana Sans" pitchFamily="50" charset="0"/>
              <a:ea typeface="ＭＳ Ｐゴシック" charset="-128"/>
            </a:rPr>
            <a:t>Dudas en materia fiscal, son atendidas dentro de los 3 días hábiles siguientes a su recepción. </a:t>
          </a:r>
          <a:endParaRPr lang="es-MX" sz="1100" kern="1200" dirty="0">
            <a:latin typeface="Soberana Sans" pitchFamily="50" charset="0"/>
          </a:endParaRP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s-MX" sz="1100" kern="1200" dirty="0" smtClean="0">
              <a:latin typeface="Soberana Sans" pitchFamily="50" charset="0"/>
              <a:ea typeface="ＭＳ Ｐゴシック" charset="-128"/>
              <a:cs typeface="Calibri" pitchFamily="34" charset="0"/>
            </a:rPr>
            <a:t>Se cuenta con diversas ayudas y secciones de preguntas frecuentes.</a:t>
          </a:r>
          <a:endParaRPr lang="es-MX" sz="1100" kern="1200" dirty="0">
            <a:latin typeface="Soberana Sans" pitchFamily="50" charset="0"/>
            <a:ea typeface="ＭＳ Ｐゴシック" charset="-128"/>
            <a:cs typeface="Calibri" pitchFamily="34" charset="0"/>
          </a:endParaRP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s-MX" sz="1100" kern="1200" smtClean="0">
              <a:latin typeface="Soberana Sans" pitchFamily="50" charset="0"/>
              <a:ea typeface="ＭＳ Ｐゴシック" charset="-128"/>
              <a:cs typeface="Calibri" pitchFamily="34" charset="0"/>
            </a:rPr>
            <a:t>Se orienta paso a paso al contribuyente con videos. </a:t>
          </a:r>
          <a:endParaRPr lang="es-MX" sz="1100" kern="1200" dirty="0">
            <a:latin typeface="Soberana Sans" pitchFamily="50" charset="0"/>
            <a:ea typeface="ＭＳ Ｐゴシック" charset="-128"/>
            <a:cs typeface="Calibri" pitchFamily="34" charset="0"/>
          </a:endParaRP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s-MX" sz="1100" kern="1200" smtClean="0">
              <a:latin typeface="Soberana Sans" pitchFamily="50" charset="0"/>
              <a:ea typeface="ＭＳ Ｐゴシック" charset="-128"/>
            </a:rPr>
            <a:t>Orientación vía Chat.</a:t>
          </a:r>
          <a:endParaRPr lang="es-MX" sz="1100" kern="1200" dirty="0">
            <a:latin typeface="Soberana Sans" pitchFamily="50" charset="0"/>
            <a:ea typeface="ＭＳ Ｐゴシック" charset="-128"/>
          </a:endParaRP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s-MX" sz="1100" kern="1200" smtClean="0">
              <a:latin typeface="Soberana Sans" pitchFamily="50" charset="0"/>
              <a:ea typeface="ＭＳ Ｐゴシック" charset="-128"/>
            </a:rPr>
            <a:t>Foros de discusión. </a:t>
          </a:r>
          <a:endParaRPr lang="es-MX" sz="1100" kern="1200" dirty="0">
            <a:latin typeface="Soberana Sans" pitchFamily="50" charset="0"/>
            <a:ea typeface="ＭＳ Ｐゴシック" charset="-128"/>
          </a:endParaRPr>
        </a:p>
      </dsp:txBody>
      <dsp:txXfrm>
        <a:off x="1787356" y="353"/>
        <a:ext cx="6442243" cy="1414363"/>
      </dsp:txXfrm>
    </dsp:sp>
    <dsp:sp modelId="{CA8ACED7-DF33-4533-AC92-C322F993881E}">
      <dsp:nvSpPr>
        <dsp:cNvPr id="0" name=""/>
        <dsp:cNvSpPr/>
      </dsp:nvSpPr>
      <dsp:spPr>
        <a:xfrm>
          <a:off x="141436" y="141436"/>
          <a:ext cx="1645920" cy="1131490"/>
        </a:xfrm>
        <a:prstGeom prst="roundRect">
          <a:avLst>
            <a:gd name="adj" fmla="val 10000"/>
          </a:avLst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-15000" b="-15000"/>
          </a:stretch>
        </a:blipFill>
        <a:ln w="254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BC5FAAA-3E9E-477B-BAAD-5A8F1A49981E}">
      <dsp:nvSpPr>
        <dsp:cNvPr id="0" name=""/>
        <dsp:cNvSpPr/>
      </dsp:nvSpPr>
      <dsp:spPr>
        <a:xfrm>
          <a:off x="0" y="1555799"/>
          <a:ext cx="8229600" cy="1414363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t" anchorCtr="0">
          <a:noAutofit/>
        </a:bodyPr>
        <a:lstStyle/>
        <a:p>
          <a:pPr lvl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MX" sz="1200" kern="1200" dirty="0" smtClean="0">
              <a:latin typeface="Soberana Sans" pitchFamily="50" charset="0"/>
            </a:rPr>
            <a:t>Redes sociales</a:t>
          </a:r>
          <a:endParaRPr lang="es-MX" sz="1200" kern="1200" dirty="0">
            <a:latin typeface="Soberana Sans" pitchFamily="50" charset="0"/>
          </a:endParaRP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s-MX" sz="1200" b="1" kern="1200" smtClean="0">
              <a:latin typeface="Soberana Sans" pitchFamily="50" charset="0"/>
              <a:ea typeface="ＭＳ Ｐゴシック" charset="-128"/>
              <a:cs typeface="Calibri" pitchFamily="34" charset="0"/>
            </a:rPr>
            <a:t>Twitter</a:t>
          </a:r>
          <a:endParaRPr lang="es-MX" sz="1200" kern="1200" dirty="0">
            <a:latin typeface="Soberana Sans" pitchFamily="50" charset="0"/>
          </a:endParaRP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s-MX" sz="1200" b="1" kern="1200" smtClean="0">
              <a:latin typeface="Soberana Sans" pitchFamily="50" charset="0"/>
              <a:ea typeface="ＭＳ Ｐゴシック" charset="-128"/>
              <a:cs typeface="Calibri" pitchFamily="34" charset="0"/>
            </a:rPr>
            <a:t>YouTube</a:t>
          </a:r>
          <a:endParaRPr lang="es-MX" sz="1200" kern="1200" dirty="0">
            <a:latin typeface="Soberana Sans" pitchFamily="50" charset="0"/>
            <a:ea typeface="ＭＳ Ｐゴシック" charset="-128"/>
          </a:endParaRP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s-MX" sz="1200" b="1" kern="1200" smtClean="0">
              <a:latin typeface="Soberana Sans" pitchFamily="50" charset="0"/>
              <a:ea typeface="ＭＳ Ｐゴシック" charset="-128"/>
              <a:cs typeface="Calibri" pitchFamily="34" charset="0"/>
            </a:rPr>
            <a:t>Facebook</a:t>
          </a:r>
          <a:endParaRPr lang="es-MX" sz="1200" kern="1200" dirty="0">
            <a:latin typeface="Soberana Sans" pitchFamily="50" charset="0"/>
            <a:ea typeface="ＭＳ Ｐゴシック" charset="-128"/>
            <a:cs typeface="Calibri" pitchFamily="34" charset="0"/>
          </a:endParaRP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s-MX" sz="1200" b="1" kern="1200" smtClean="0">
              <a:latin typeface="Soberana Sans" pitchFamily="50" charset="0"/>
              <a:ea typeface="ＭＳ Ｐゴシック" charset="-128"/>
              <a:cs typeface="Calibri" pitchFamily="34" charset="0"/>
            </a:rPr>
            <a:t>Flickr</a:t>
          </a:r>
          <a:endParaRPr lang="es-MX" sz="1200" kern="1200" dirty="0">
            <a:latin typeface="Soberana Sans" pitchFamily="50" charset="0"/>
            <a:ea typeface="ＭＳ Ｐゴシック" charset="-128"/>
            <a:cs typeface="Calibri" pitchFamily="34" charset="0"/>
          </a:endParaRPr>
        </a:p>
      </dsp:txBody>
      <dsp:txXfrm>
        <a:off x="1787356" y="1555799"/>
        <a:ext cx="6442243" cy="1414363"/>
      </dsp:txXfrm>
    </dsp:sp>
    <dsp:sp modelId="{5EFF4623-C742-442F-9CEE-685278AE7D8D}">
      <dsp:nvSpPr>
        <dsp:cNvPr id="0" name=""/>
        <dsp:cNvSpPr/>
      </dsp:nvSpPr>
      <dsp:spPr>
        <a:xfrm>
          <a:off x="141436" y="1697235"/>
          <a:ext cx="1645920" cy="1131490"/>
        </a:xfrm>
        <a:prstGeom prst="roundRect">
          <a:avLst>
            <a:gd name="adj" fmla="val 10000"/>
          </a:avLst>
        </a:prstGeom>
        <a:blipFill>
          <a:blip xmlns:r="http://schemas.openxmlformats.org/officeDocument/2006/relationships"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-2000" b="-2000"/>
          </a:stretch>
        </a:blipFill>
        <a:ln w="254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255A3E0-1093-45A7-B377-7DF3AEEF84B3}">
      <dsp:nvSpPr>
        <dsp:cNvPr id="0" name=""/>
        <dsp:cNvSpPr/>
      </dsp:nvSpPr>
      <dsp:spPr>
        <a:xfrm>
          <a:off x="0" y="3111598"/>
          <a:ext cx="8229600" cy="1414363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t" anchorCtr="0">
          <a:noAutofit/>
        </a:bodyPr>
        <a:lstStyle/>
        <a:p>
          <a:pPr lvl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MX" sz="1200" kern="1200" dirty="0" smtClean="0">
              <a:latin typeface="Soberana Sans" pitchFamily="50" charset="0"/>
            </a:rPr>
            <a:t>Atención telefónica</a:t>
          </a:r>
          <a:endParaRPr lang="es-MX" sz="1200" kern="1200" dirty="0">
            <a:latin typeface="Soberana Sans" pitchFamily="50" charset="0"/>
          </a:endParaRP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s-MX" sz="1200" kern="1200" smtClean="0">
              <a:latin typeface="Soberana Sans" pitchFamily="50" charset="0"/>
              <a:ea typeface="ＭＳ Ｐゴシック" charset="-128"/>
              <a:cs typeface="Calibri" pitchFamily="34" charset="0"/>
            </a:rPr>
            <a:t>Para recibir asesoría o asistencia Telefónica:</a:t>
          </a:r>
          <a:endParaRPr lang="es-MX" sz="1200" kern="1200" dirty="0">
            <a:latin typeface="Soberana Sans" pitchFamily="50" charset="0"/>
          </a:endParaRP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s-MX" sz="1200" kern="1200" smtClean="0">
              <a:latin typeface="Soberana Sans" pitchFamily="50" charset="0"/>
              <a:ea typeface="ＭＳ Ｐゴシック" charset="-128"/>
            </a:rPr>
            <a:t>01 800 INFOSAT (018004636728)  </a:t>
          </a:r>
          <a:r>
            <a:rPr lang="es-MX" sz="1200" kern="1200" smtClean="0">
              <a:latin typeface="Soberana Sans" pitchFamily="50" charset="0"/>
              <a:ea typeface="ＭＳ Ｐゴシック" charset="-128"/>
              <a:cs typeface="Calibri" pitchFamily="34" charset="0"/>
            </a:rPr>
            <a:t>Nacional, Estados Unidos y Canadá. </a:t>
          </a:r>
          <a:endParaRPr lang="es-MX" sz="1200" kern="1200" dirty="0">
            <a:latin typeface="Soberana Sans" pitchFamily="50" charset="0"/>
            <a:ea typeface="ＭＳ Ｐゴシック" charset="-128"/>
            <a:cs typeface="Calibri" pitchFamily="34" charset="0"/>
          </a:endParaRPr>
        </a:p>
        <a:p>
          <a:pPr marL="228600" lvl="2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s-MX" sz="1200" kern="1200" smtClean="0">
              <a:latin typeface="Soberana Sans" pitchFamily="50" charset="0"/>
              <a:ea typeface="ＭＳ Ｐゴシック" charset="-128"/>
              <a:cs typeface="Calibri" pitchFamily="34" charset="0"/>
            </a:rPr>
            <a:t>Atención  telefónica directa a contribuyentes  con clave de acceso.</a:t>
          </a:r>
          <a:endParaRPr lang="es-MX" sz="1200" kern="1200" dirty="0">
            <a:latin typeface="Soberana Sans" pitchFamily="50" charset="0"/>
            <a:ea typeface="ＭＳ Ｐゴシック" charset="-128"/>
            <a:cs typeface="Calibri" pitchFamily="34" charset="0"/>
          </a:endParaRPr>
        </a:p>
        <a:p>
          <a:pPr marL="228600" lvl="2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s-MX" sz="1200" kern="1200" smtClean="0">
              <a:latin typeface="Soberana Sans" pitchFamily="50" charset="0"/>
              <a:ea typeface="ＭＳ Ｐゴシック" charset="-128"/>
              <a:cs typeface="Calibri" pitchFamily="34" charset="0"/>
            </a:rPr>
            <a:t>Además, para algunos contribuyentes es posible presentar declaración vía telefónica y obtienen un folio como acuse de presentación, vía un SMS.</a:t>
          </a:r>
          <a:endParaRPr lang="es-MX" sz="1200" kern="1200" dirty="0">
            <a:latin typeface="Soberana Sans" pitchFamily="50" charset="0"/>
            <a:ea typeface="ＭＳ Ｐゴシック" charset="-128"/>
            <a:cs typeface="Calibri" pitchFamily="34" charset="0"/>
          </a:endParaRPr>
        </a:p>
      </dsp:txBody>
      <dsp:txXfrm>
        <a:off x="1787356" y="3111598"/>
        <a:ext cx="6442243" cy="1414363"/>
      </dsp:txXfrm>
    </dsp:sp>
    <dsp:sp modelId="{5289DD09-0408-4D98-B049-5FB667C32EF7}">
      <dsp:nvSpPr>
        <dsp:cNvPr id="0" name=""/>
        <dsp:cNvSpPr/>
      </dsp:nvSpPr>
      <dsp:spPr>
        <a:xfrm>
          <a:off x="141436" y="3253035"/>
          <a:ext cx="1645920" cy="1131490"/>
        </a:xfrm>
        <a:prstGeom prst="roundRect">
          <a:avLst>
            <a:gd name="adj" fmla="val 10000"/>
          </a:avLst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-23000" b="-23000"/>
          </a:stretch>
        </a:blipFill>
        <a:ln w="254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4#4">
  <dgm:title val=""/>
  <dgm:desc val=""/>
  <dgm:catLst>
    <dgm:cat type="list" pri="13000"/>
    <dgm:cat type="picture" pri="26000"/>
    <dgm:cat type="pictureconvert" pri="26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  <dgm:cxn modelId="33" srcId="3" destId="31" srcOrd="0" destOrd="0"/>
        <dgm:cxn modelId="34" srcId="3" destId="32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resizeHandles val="exact"/>
    </dgm:varLst>
    <dgm:alg type="lin">
      <dgm:param type="linDir" val="fromT"/>
      <dgm:param type="vertAlign" val="t"/>
    </dgm:alg>
    <dgm:shape xmlns:r="http://schemas.openxmlformats.org/officeDocument/2006/relationships" r:blip="">
      <dgm:adjLst/>
    </dgm:shape>
    <dgm:presOf/>
    <dgm:constrLst>
      <dgm:constr type="w" for="ch" forName="comp" refType="w"/>
      <dgm:constr type="h" for="ch" forName="comp" refType="h"/>
      <dgm:constr type="h" for="ch" forName="spacer" refType="h" refFor="ch" refForName="comp" op="equ" fact="0.1"/>
      <dgm:constr type="primFontSz" for="des" forName="text" op="equ" val="65"/>
    </dgm:constrLst>
    <dgm:ruleLst/>
    <dgm:forEach name="Name0" axis="ch" ptType="node">
      <dgm:layoutNode name="comp" styleLbl="node1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h" for="ch" forName="box" refType="h"/>
              <dgm:constr type="w" for="ch" forName="box" refType="w"/>
              <dgm:constr type="w" for="ch" forName="img" refType="w" refFor="ch" refForName="box" fact="0.2"/>
              <dgm:constr type="h" for="ch" forName="img" refType="h" refFor="ch" refForName="box" fact="0.8"/>
              <dgm:constr type="t" for="ch" forName="img" refType="h" refFor="ch" refForName="box" fact="0.1"/>
              <dgm:constr type="l" for="ch" forName="img" refType="h" refFor="ch" refForName="box" fact="0.1"/>
              <dgm:constr type="h" for="ch" forName="text" refType="h"/>
              <dgm:constr type="l" for="ch" forName="text" refType="r" refFor="ch" refForName="img"/>
              <dgm:constr type="r" for="ch" forName="text" refType="w"/>
            </dgm:constrLst>
          </dgm:if>
          <dgm:else name="Name3">
            <dgm:constrLst>
              <dgm:constr type="h" for="ch" forName="box" refType="h"/>
              <dgm:constr type="w" for="ch" forName="box" refType="w"/>
              <dgm:constr type="w" for="ch" forName="img" refType="w" refFor="ch" refForName="box" fact="0.2"/>
              <dgm:constr type="h" for="ch" forName="img" refType="h" refFor="ch" refForName="box" fact="0.8"/>
              <dgm:constr type="t" for="ch" forName="img" refType="h" refFor="ch" refForName="box" fact="0.1"/>
              <dgm:constr type="r" for="ch" forName="img" refType="w" refFor="ch" refForName="box"/>
              <dgm:constr type="rOff" for="ch" forName="img" refType="h" refFor="ch" refForName="box" fact="-0.1"/>
              <dgm:constr type="h" for="ch" forName="text" refType="h"/>
              <dgm:constr type="r" for="ch" forName="text" refType="l" refFor="ch" refForName="img"/>
              <dgm:constr type="l" for="ch" forName="text"/>
            </dgm:constrLst>
          </dgm:else>
        </dgm:choose>
        <dgm:ruleLst/>
        <dgm:layoutNode name="box" styleLbl="node1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 axis="desOrSelf" ptType="node"/>
          <dgm:constrLst/>
          <dgm:ruleLst/>
        </dgm:layoutNode>
        <dgm:layoutNode name="img" styleLbl="fgImgPlace1">
          <dgm:alg type="sp"/>
          <dgm:shape xmlns:r="http://schemas.openxmlformats.org/officeDocument/2006/relationships" type="roundRect" r:blip="" blipPhldr="1">
            <dgm:adjLst>
              <dgm:adj idx="1" val="0.1"/>
            </dgm:adjLst>
          </dgm:shape>
          <dgm:presOf/>
          <dgm:constrLst/>
          <dgm:ruleLst/>
        </dgm:layoutNode>
        <dgm:layoutNode name="text">
          <dgm:varLst>
            <dgm:bulletEnabled val="1"/>
          </dgm:varLst>
          <dgm:alg type="tx">
            <dgm:param type="parTxLTRAlign" val="l"/>
            <dgm:param type="parTxRTLAlign" val="r"/>
          </dgm:alg>
          <dgm:shape xmlns:r="http://schemas.openxmlformats.org/officeDocument/2006/relationships" type="rect" r:blip="" hideGeom="1">
            <dgm:adjLst/>
          </dgm:shape>
          <dgm:presOf axis="desOrSelf" ptType="node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layoutNode>
      <dgm:forEach name="Name4" axis="followSib" ptType="sibTrans" cnt="1">
        <dgm:layoutNode name="spacer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68" y="0"/>
            <a:ext cx="9142132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1 Título"/>
          <p:cNvSpPr>
            <a:spLocks noGrp="1"/>
          </p:cNvSpPr>
          <p:nvPr>
            <p:ph type="ctrTitle" hasCustomPrompt="1"/>
          </p:nvPr>
        </p:nvSpPr>
        <p:spPr>
          <a:xfrm>
            <a:off x="2339752" y="2636912"/>
            <a:ext cx="6120680" cy="1470025"/>
          </a:xfrm>
        </p:spPr>
        <p:txBody>
          <a:bodyPr/>
          <a:lstStyle>
            <a:lvl1pPr>
              <a:defRPr b="1" baseline="0">
                <a:solidFill>
                  <a:srgbClr val="095B1E"/>
                </a:solidFill>
              </a:defRPr>
            </a:lvl1pPr>
          </a:lstStyle>
          <a:p>
            <a:r>
              <a:rPr lang="es-ES" dirty="0" smtClean="0"/>
              <a:t>Escribe el título de tu presentación aquí...</a:t>
            </a:r>
            <a:endParaRPr lang="es-MX" dirty="0"/>
          </a:p>
        </p:txBody>
      </p:sp>
      <p:sp>
        <p:nvSpPr>
          <p:cNvPr id="3" name="2 Subtítulo"/>
          <p:cNvSpPr>
            <a:spLocks noGrp="1"/>
          </p:cNvSpPr>
          <p:nvPr>
            <p:ph type="subTitle" idx="1" hasCustomPrompt="1"/>
          </p:nvPr>
        </p:nvSpPr>
        <p:spPr>
          <a:xfrm>
            <a:off x="2627784" y="6309320"/>
            <a:ext cx="3272408" cy="334888"/>
          </a:xfrm>
        </p:spPr>
        <p:txBody>
          <a:bodyPr>
            <a:normAutofit/>
          </a:bodyPr>
          <a:lstStyle>
            <a:lvl1pPr marL="0" indent="0" algn="ctr">
              <a:buNone/>
              <a:defRPr sz="1400" baseline="0">
                <a:solidFill>
                  <a:srgbClr val="095B1E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 dirty="0" smtClean="0"/>
              <a:t>Escribe la fecha del documento…</a:t>
            </a: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7537049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3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2700"/>
            <a:ext cx="9144000" cy="6845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1 Título"/>
          <p:cNvSpPr>
            <a:spLocks noGrp="1"/>
          </p:cNvSpPr>
          <p:nvPr>
            <p:ph type="title" hasCustomPrompt="1"/>
          </p:nvPr>
        </p:nvSpPr>
        <p:spPr>
          <a:xfrm>
            <a:off x="302840" y="188640"/>
            <a:ext cx="8229600" cy="418058"/>
          </a:xfrm>
        </p:spPr>
        <p:txBody>
          <a:bodyPr>
            <a:normAutofit/>
          </a:bodyPr>
          <a:lstStyle>
            <a:lvl1pPr algn="l">
              <a:defRPr sz="3200" baseline="0">
                <a:latin typeface="Soberana Sans" pitchFamily="50" charset="0"/>
              </a:defRPr>
            </a:lvl1pPr>
          </a:lstStyle>
          <a:p>
            <a:r>
              <a:rPr lang="es-ES" dirty="0" smtClean="0"/>
              <a:t>Escribe el subtítulo…</a:t>
            </a:r>
            <a:endParaRPr lang="es-MX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67544" y="1268760"/>
            <a:ext cx="8229600" cy="4525963"/>
          </a:xfrm>
        </p:spPr>
        <p:txBody>
          <a:bodyPr>
            <a:normAutofit/>
          </a:bodyPr>
          <a:lstStyle>
            <a:lvl1pPr marL="0" indent="0">
              <a:buNone/>
              <a:defRPr sz="2400" baseline="0">
                <a:solidFill>
                  <a:schemeClr val="tx1">
                    <a:lumMod val="75000"/>
                    <a:lumOff val="25000"/>
                  </a:schemeClr>
                </a:solidFill>
                <a:latin typeface="Soberana Sans" pitchFamily="50" charset="0"/>
              </a:defRPr>
            </a:lvl1pPr>
            <a:lvl2pPr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latin typeface="Soberana Sans" pitchFamily="50" charset="0"/>
              </a:defRPr>
            </a:lvl2pPr>
            <a:lvl3pPr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latin typeface="Soberana Sans" pitchFamily="50" charset="0"/>
              </a:defRPr>
            </a:lvl3pPr>
            <a:lvl4pPr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latin typeface="Soberana Sans" pitchFamily="50" charset="0"/>
              </a:defRPr>
            </a:lvl4pPr>
            <a:lvl5pPr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latin typeface="Soberana Sans" pitchFamily="50" charset="0"/>
              </a:defRPr>
            </a:lvl5pPr>
          </a:lstStyle>
          <a:p>
            <a:pPr lvl="0"/>
            <a:r>
              <a:rPr lang="es-ES" dirty="0" smtClean="0"/>
              <a:t>Haga clic para modificar el estilo de texto del patrón</a:t>
            </a:r>
          </a:p>
          <a:p>
            <a:pPr lvl="1"/>
            <a:r>
              <a:rPr lang="es-ES" dirty="0" smtClean="0"/>
              <a:t>Segundo nivel</a:t>
            </a:r>
          </a:p>
          <a:p>
            <a:pPr lvl="2"/>
            <a:r>
              <a:rPr lang="es-ES" dirty="0" smtClean="0"/>
              <a:t>Tercer nivel</a:t>
            </a:r>
          </a:p>
          <a:p>
            <a:pPr lvl="3"/>
            <a:r>
              <a:rPr lang="es-ES" dirty="0" smtClean="0"/>
              <a:t>Cuarto nivel</a:t>
            </a:r>
          </a:p>
          <a:p>
            <a:pPr lvl="4"/>
            <a:r>
              <a:rPr lang="es-ES" dirty="0" smtClean="0"/>
              <a:t>Quinto nivel</a:t>
            </a:r>
            <a:endParaRPr lang="es-MX" dirty="0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9C5894-968D-426B-B09E-694FB3E11320}" type="datetimeFigureOut">
              <a:rPr lang="es-MX" smtClean="0"/>
              <a:pPr/>
              <a:t>06/07/2015</a:t>
            </a:fld>
            <a:endParaRPr lang="es-MX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F2711D-C1E1-4687-B7C9-A99A53208E49}" type="slidenum">
              <a:rPr lang="es-MX" smtClean="0"/>
              <a:pPr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1959474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9C5894-968D-426B-B09E-694FB3E11320}" type="datetimeFigureOut">
              <a:rPr lang="es-MX" smtClean="0"/>
              <a:pPr/>
              <a:t>06/07/2015</a:t>
            </a:fld>
            <a:endParaRPr lang="es-MX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F2711D-C1E1-4687-B7C9-A99A53208E49}" type="slidenum">
              <a:rPr lang="es-MX" smtClean="0"/>
              <a:pPr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0219088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9C5894-968D-426B-B09E-694FB3E11320}" type="datetimeFigureOut">
              <a:rPr lang="es-MX" smtClean="0"/>
              <a:pPr/>
              <a:t>06/07/2015</a:t>
            </a:fld>
            <a:endParaRPr lang="es-MX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F2711D-C1E1-4687-B7C9-A99A53208E49}" type="slidenum">
              <a:rPr lang="es-MX" smtClean="0"/>
              <a:pPr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2600855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9C5894-968D-426B-B09E-694FB3E11320}" type="datetimeFigureOut">
              <a:rPr lang="es-MX" smtClean="0"/>
              <a:pPr/>
              <a:t>06/07/2015</a:t>
            </a:fld>
            <a:endParaRPr lang="es-MX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F2711D-C1E1-4687-B7C9-A99A53208E49}" type="slidenum">
              <a:rPr lang="es-MX" smtClean="0"/>
              <a:pPr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751788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9C5894-968D-426B-B09E-694FB3E11320}" type="datetimeFigureOut">
              <a:rPr lang="es-MX" smtClean="0"/>
              <a:pPr/>
              <a:t>06/07/2015</a:t>
            </a:fld>
            <a:endParaRPr lang="es-MX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F2711D-C1E1-4687-B7C9-A99A53208E49}" type="slidenum">
              <a:rPr lang="es-MX" smtClean="0"/>
              <a:pPr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5744611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9C5894-968D-426B-B09E-694FB3E11320}" type="datetimeFigureOut">
              <a:rPr lang="es-MX" smtClean="0"/>
              <a:pPr/>
              <a:t>06/07/2015</a:t>
            </a:fld>
            <a:endParaRPr lang="es-MX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F2711D-C1E1-4687-B7C9-A99A53208E49}" type="slidenum">
              <a:rPr lang="es-MX" smtClean="0"/>
              <a:pPr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4534225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9C5894-968D-426B-B09E-694FB3E11320}" type="datetimeFigureOut">
              <a:rPr lang="es-MX" smtClean="0"/>
              <a:pPr/>
              <a:t>06/07/2015</a:t>
            </a:fld>
            <a:endParaRPr lang="es-MX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F2711D-C1E1-4687-B7C9-A99A53208E49}" type="slidenum">
              <a:rPr lang="es-MX" smtClean="0"/>
              <a:pPr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0691815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MX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9C5894-968D-426B-B09E-694FB3E11320}" type="datetimeFigureOut">
              <a:rPr lang="es-MX" smtClean="0"/>
              <a:pPr/>
              <a:t>06/07/2015</a:t>
            </a:fld>
            <a:endParaRPr lang="es-MX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F2711D-C1E1-4687-B7C9-A99A53208E49}" type="slidenum">
              <a:rPr lang="es-MX" smtClean="0"/>
              <a:pPr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9593185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9C5894-968D-426B-B09E-694FB3E11320}" type="datetimeFigureOut">
              <a:rPr lang="es-MX" smtClean="0"/>
              <a:pPr/>
              <a:t>06/07/2015</a:t>
            </a:fld>
            <a:endParaRPr lang="es-MX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F2711D-C1E1-4687-B7C9-A99A53208E49}" type="slidenum">
              <a:rPr lang="es-MX" smtClean="0"/>
              <a:pPr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3724384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9C5894-968D-426B-B09E-694FB3E11320}" type="datetimeFigureOut">
              <a:rPr lang="es-MX" smtClean="0"/>
              <a:pPr/>
              <a:t>06/07/2015</a:t>
            </a:fld>
            <a:endParaRPr lang="es-MX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F2711D-C1E1-4687-B7C9-A99A53208E49}" type="slidenum">
              <a:rPr lang="es-MX" smtClean="0"/>
              <a:pPr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0039992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79C5894-968D-426B-B09E-694FB3E11320}" type="datetimeFigureOut">
              <a:rPr lang="es-MX" smtClean="0"/>
              <a:pPr/>
              <a:t>06/07/2015</a:t>
            </a:fld>
            <a:endParaRPr lang="es-MX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F2711D-C1E1-4687-B7C9-A99A53208E49}" type="slidenum">
              <a:rPr lang="es-MX" smtClean="0"/>
              <a:pPr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2827798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2339752" y="2636912"/>
            <a:ext cx="6120680" cy="1584176"/>
          </a:xfrm>
        </p:spPr>
        <p:txBody>
          <a:bodyPr>
            <a:normAutofit fontScale="90000"/>
          </a:bodyPr>
          <a:lstStyle/>
          <a:p>
            <a:r>
              <a:rPr lang="es-MX" dirty="0" smtClean="0">
                <a:solidFill>
                  <a:srgbClr val="006666"/>
                </a:solidFill>
              </a:rPr>
              <a:t>Uso de la Firma Electrónica en los servicios que ofrece el SAT</a:t>
            </a:r>
            <a:endParaRPr lang="es-MX" dirty="0">
              <a:solidFill>
                <a:srgbClr val="006666"/>
              </a:solidFill>
            </a:endParaRPr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MX" dirty="0" smtClean="0"/>
              <a:t>2015</a:t>
            </a: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5143872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MX" dirty="0" smtClean="0"/>
              <a:t>Servicios que utilizan la Firma Electrónica</a:t>
            </a:r>
            <a:endParaRPr lang="es-MX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67544" y="692696"/>
            <a:ext cx="8229600" cy="5256584"/>
          </a:xfrm>
        </p:spPr>
        <p:txBody>
          <a:bodyPr>
            <a:normAutofit/>
          </a:bodyPr>
          <a:lstStyle/>
          <a:p>
            <a:pPr algn="just"/>
            <a:r>
              <a:rPr lang="es-MX" sz="1800" dirty="0"/>
              <a:t>P</a:t>
            </a:r>
            <a:r>
              <a:rPr lang="es-MX" sz="1800" dirty="0" smtClean="0"/>
              <a:t>uedes utilizar la Firma Electrónica </a:t>
            </a:r>
            <a:r>
              <a:rPr lang="es-MX" sz="1800" dirty="0"/>
              <a:t>en los siguientes trámites: </a:t>
            </a:r>
            <a:endParaRPr lang="es-MX" sz="1800" dirty="0" smtClean="0"/>
          </a:p>
          <a:p>
            <a:pPr algn="just"/>
            <a:endParaRPr lang="es-MX" sz="1200" dirty="0"/>
          </a:p>
          <a:p>
            <a:pPr marL="285750" indent="-285750" algn="just">
              <a:buClr>
                <a:schemeClr val="accent3">
                  <a:lumMod val="75000"/>
                </a:schemeClr>
              </a:buClr>
              <a:buFont typeface="Wingdings" pitchFamily="2" charset="2"/>
              <a:buChar char="Ø"/>
            </a:pPr>
            <a:r>
              <a:rPr lang="es-MX" sz="1800" dirty="0" smtClean="0"/>
              <a:t>Presentación </a:t>
            </a:r>
            <a:r>
              <a:rPr lang="es-MX" sz="1800" dirty="0"/>
              <a:t>de declaración </a:t>
            </a:r>
            <a:r>
              <a:rPr lang="es-MX" sz="1800" dirty="0" smtClean="0"/>
              <a:t>anual.</a:t>
            </a:r>
          </a:p>
          <a:p>
            <a:pPr marL="285750" indent="-285750" algn="just">
              <a:buClr>
                <a:schemeClr val="accent3">
                  <a:lumMod val="75000"/>
                </a:schemeClr>
              </a:buClr>
              <a:buFont typeface="Wingdings" pitchFamily="2" charset="2"/>
              <a:buChar char="Ø"/>
            </a:pPr>
            <a:r>
              <a:rPr lang="es-MX" sz="1800" dirty="0" smtClean="0"/>
              <a:t>Solicitud </a:t>
            </a:r>
            <a:r>
              <a:rPr lang="es-MX" sz="1800" dirty="0"/>
              <a:t>y consulta de devolución de </a:t>
            </a:r>
            <a:r>
              <a:rPr lang="es-MX" sz="1800" dirty="0" smtClean="0"/>
              <a:t>ISR.</a:t>
            </a:r>
          </a:p>
          <a:p>
            <a:pPr marL="285750" indent="-285750" algn="just">
              <a:buClr>
                <a:schemeClr val="accent3">
                  <a:lumMod val="75000"/>
                </a:schemeClr>
              </a:buClr>
              <a:buFont typeface="Wingdings" pitchFamily="2" charset="2"/>
              <a:buChar char="Ø"/>
            </a:pPr>
            <a:r>
              <a:rPr lang="es-MX" sz="1800" dirty="0" smtClean="0"/>
              <a:t>Generación de </a:t>
            </a:r>
            <a:r>
              <a:rPr lang="es-MX" sz="1800" dirty="0"/>
              <a:t>Contraseña a través </a:t>
            </a:r>
            <a:r>
              <a:rPr lang="es-MX" sz="1800" dirty="0" smtClean="0"/>
              <a:t>del portal de internet. </a:t>
            </a:r>
            <a:endParaRPr lang="es-MX" sz="1800" dirty="0"/>
          </a:p>
          <a:p>
            <a:pPr marL="285750" indent="-285750" algn="just">
              <a:buClr>
                <a:schemeClr val="accent3">
                  <a:lumMod val="75000"/>
                </a:schemeClr>
              </a:buClr>
              <a:buFont typeface="Wingdings" pitchFamily="2" charset="2"/>
              <a:buChar char="Ø"/>
            </a:pPr>
            <a:r>
              <a:rPr lang="es-MX" sz="1800" dirty="0" smtClean="0"/>
              <a:t>Incorporación </a:t>
            </a:r>
            <a:r>
              <a:rPr lang="es-MX" sz="1800" dirty="0"/>
              <a:t>al padrón de </a:t>
            </a:r>
            <a:r>
              <a:rPr lang="es-MX" sz="1800" dirty="0" smtClean="0"/>
              <a:t>importadores.</a:t>
            </a:r>
          </a:p>
          <a:p>
            <a:pPr marL="285750" indent="-285750" algn="just">
              <a:buClr>
                <a:schemeClr val="accent3">
                  <a:lumMod val="75000"/>
                </a:schemeClr>
              </a:buClr>
              <a:buFont typeface="Wingdings" pitchFamily="2" charset="2"/>
              <a:buChar char="Ø"/>
            </a:pPr>
            <a:r>
              <a:rPr lang="es-MX" sz="1800" dirty="0" smtClean="0"/>
              <a:t>Presentación </a:t>
            </a:r>
            <a:r>
              <a:rPr lang="es-MX" sz="1800" dirty="0"/>
              <a:t>de dictámenes </a:t>
            </a:r>
            <a:r>
              <a:rPr lang="es-MX" sz="1800" dirty="0" smtClean="0"/>
              <a:t>fiscales.</a:t>
            </a:r>
          </a:p>
          <a:p>
            <a:pPr algn="just">
              <a:buClr>
                <a:schemeClr val="accent3">
                  <a:lumMod val="75000"/>
                </a:schemeClr>
              </a:buClr>
            </a:pPr>
            <a:endParaRPr lang="es-MX" sz="1200" dirty="0" smtClean="0"/>
          </a:p>
          <a:p>
            <a:pPr algn="just">
              <a:buClr>
                <a:schemeClr val="accent3">
                  <a:lumMod val="75000"/>
                </a:schemeClr>
              </a:buClr>
            </a:pPr>
            <a:r>
              <a:rPr lang="es-MX" sz="1800" dirty="0" smtClean="0"/>
              <a:t>También la puedes utilizar en portales de internet de servicios no fiscales como:</a:t>
            </a:r>
          </a:p>
          <a:p>
            <a:pPr marL="285750" indent="-285750" algn="just">
              <a:buClr>
                <a:schemeClr val="accent3">
                  <a:lumMod val="75000"/>
                </a:schemeClr>
              </a:buClr>
              <a:buFont typeface="Wingdings" pitchFamily="2" charset="2"/>
              <a:buChar char="Ø"/>
            </a:pPr>
            <a:r>
              <a:rPr lang="es-MX" sz="1800" dirty="0" smtClean="0"/>
              <a:t>Declaración </a:t>
            </a:r>
            <a:r>
              <a:rPr lang="es-MX" sz="1800" dirty="0"/>
              <a:t>de Situación Patrimonial (Secretaría de la Función </a:t>
            </a:r>
            <a:r>
              <a:rPr lang="es-MX" sz="1800" dirty="0" smtClean="0"/>
              <a:t>Pública).</a:t>
            </a:r>
          </a:p>
          <a:p>
            <a:pPr marL="285750" indent="-285750" algn="just">
              <a:buClr>
                <a:schemeClr val="accent3">
                  <a:lumMod val="75000"/>
                </a:schemeClr>
              </a:buClr>
              <a:buFont typeface="Wingdings" pitchFamily="2" charset="2"/>
              <a:buChar char="Ø"/>
            </a:pPr>
            <a:r>
              <a:rPr lang="es-MX" sz="1800" dirty="0" smtClean="0"/>
              <a:t>Apertura </a:t>
            </a:r>
            <a:r>
              <a:rPr lang="es-MX" sz="1800" dirty="0"/>
              <a:t>Rápida de Empresas (Secretaría de Economía y Secretaría de Relaciones </a:t>
            </a:r>
            <a:r>
              <a:rPr lang="es-MX" sz="1800" dirty="0" smtClean="0"/>
              <a:t>Exteriores).</a:t>
            </a:r>
          </a:p>
          <a:p>
            <a:pPr marL="285750" indent="-285750" algn="just">
              <a:buClr>
                <a:schemeClr val="accent3">
                  <a:lumMod val="75000"/>
                </a:schemeClr>
              </a:buClr>
              <a:buFont typeface="Wingdings" pitchFamily="2" charset="2"/>
              <a:buChar char="Ø"/>
            </a:pPr>
            <a:r>
              <a:rPr lang="es-MX" sz="1800" dirty="0" smtClean="0"/>
              <a:t>Cetes </a:t>
            </a:r>
            <a:r>
              <a:rPr lang="es-MX" sz="1800" dirty="0"/>
              <a:t>directo (Secretaría de Hacienda y Crédito Público</a:t>
            </a:r>
            <a:r>
              <a:rPr lang="es-MX" sz="1800" dirty="0" smtClean="0"/>
              <a:t>).</a:t>
            </a:r>
          </a:p>
          <a:p>
            <a:pPr marL="285750" indent="-285750" algn="just">
              <a:buClr>
                <a:schemeClr val="accent3">
                  <a:lumMod val="75000"/>
                </a:schemeClr>
              </a:buClr>
              <a:buFont typeface="Wingdings" pitchFamily="2" charset="2"/>
              <a:buChar char="Ø"/>
            </a:pPr>
            <a:r>
              <a:rPr lang="es-MX" sz="1800" dirty="0"/>
              <a:t>Acceso a servicios  y trámites que ofrecen oficinas gubernamentales.</a:t>
            </a:r>
          </a:p>
          <a:p>
            <a:pPr marL="285750" indent="-285750" algn="just">
              <a:buClr>
                <a:schemeClr val="accent3">
                  <a:lumMod val="75000"/>
                </a:schemeClr>
              </a:buClr>
              <a:buFont typeface="Wingdings" pitchFamily="2" charset="2"/>
              <a:buChar char="Ø"/>
            </a:pPr>
            <a:endParaRPr lang="es-MX" sz="1800" dirty="0"/>
          </a:p>
          <a:p>
            <a:pPr marL="285750" indent="-285750" algn="just">
              <a:buClr>
                <a:schemeClr val="accent3">
                  <a:lumMod val="75000"/>
                </a:schemeClr>
              </a:buClr>
              <a:buFont typeface="Wingdings" pitchFamily="2" charset="2"/>
              <a:buChar char="Ø"/>
            </a:pPr>
            <a:endParaRPr lang="es-MX" sz="1800" dirty="0"/>
          </a:p>
          <a:p>
            <a:endParaRPr lang="es-MX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92280" y="980728"/>
            <a:ext cx="1809750" cy="1409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4" y="5373216"/>
            <a:ext cx="1512168" cy="8326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7369410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MX" dirty="0" smtClean="0"/>
              <a:t>Pasos para utilizar la Firma Electrónica</a:t>
            </a:r>
            <a:endParaRPr lang="es-MX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67544" y="836712"/>
            <a:ext cx="8229600" cy="5184576"/>
          </a:xfrm>
        </p:spPr>
        <p:txBody>
          <a:bodyPr>
            <a:normAutofit/>
          </a:bodyPr>
          <a:lstStyle/>
          <a:p>
            <a:pPr algn="just"/>
            <a:r>
              <a:rPr lang="es-MX" sz="1800" dirty="0"/>
              <a:t>U</a:t>
            </a:r>
            <a:r>
              <a:rPr lang="es-MX" sz="1800" dirty="0" smtClean="0"/>
              <a:t>tilizar la Firma Electrónica es sencillo, </a:t>
            </a:r>
            <a:r>
              <a:rPr lang="es-MX" sz="1800" dirty="0"/>
              <a:t>todas las aplicaciones que se encuentran en el portal </a:t>
            </a:r>
            <a:r>
              <a:rPr lang="es-MX" sz="1800" dirty="0" smtClean="0"/>
              <a:t>de internet del </a:t>
            </a:r>
            <a:r>
              <a:rPr lang="es-MX" sz="1800" dirty="0"/>
              <a:t>SAT se encuentran homologadas para solicitar la misma </a:t>
            </a:r>
            <a:r>
              <a:rPr lang="es-MX" sz="1800" dirty="0" smtClean="0"/>
              <a:t>información al momento de autenticarse.</a:t>
            </a:r>
          </a:p>
          <a:p>
            <a:pPr algn="just"/>
            <a:endParaRPr lang="es-MX" sz="1800" dirty="0"/>
          </a:p>
          <a:p>
            <a:pPr algn="just"/>
            <a:r>
              <a:rPr lang="es-MX" sz="1800" dirty="0" smtClean="0"/>
              <a:t>Sigue estos pasos: </a:t>
            </a:r>
          </a:p>
          <a:p>
            <a:pPr algn="just"/>
            <a:endParaRPr lang="es-MX" sz="1800" dirty="0" smtClean="0"/>
          </a:p>
          <a:p>
            <a:pPr marL="285750" indent="-285750" algn="just">
              <a:buClr>
                <a:schemeClr val="accent3">
                  <a:lumMod val="75000"/>
                </a:schemeClr>
              </a:buClr>
              <a:buFont typeface="Wingdings" pitchFamily="2" charset="2"/>
              <a:buChar char="Ø"/>
            </a:pPr>
            <a:r>
              <a:rPr lang="es-MX" sz="1800" dirty="0"/>
              <a:t>Se digita en la aplicación el Registro Federal de Contribuyente (RFC) del usuario del servicio (12 posiciones persona moral, 13 posiciones persona física). </a:t>
            </a:r>
            <a:endParaRPr lang="es-MX" sz="1800" dirty="0" smtClean="0"/>
          </a:p>
          <a:p>
            <a:pPr algn="just"/>
            <a:endParaRPr lang="es-MX" sz="1800" dirty="0" smtClean="0"/>
          </a:p>
          <a:p>
            <a:pPr algn="just"/>
            <a:endParaRPr lang="es-MX" sz="1800" dirty="0" smtClean="0"/>
          </a:p>
          <a:p>
            <a:pPr marL="285750" indent="-285750" algn="just">
              <a:buClr>
                <a:schemeClr val="accent3">
                  <a:lumMod val="75000"/>
                </a:schemeClr>
              </a:buClr>
              <a:buFont typeface="Wingdings" pitchFamily="2" charset="2"/>
              <a:buChar char="Ø"/>
            </a:pPr>
            <a:r>
              <a:rPr lang="es-MX" sz="1800" dirty="0"/>
              <a:t>Se selecciona la ruta donde se tiene almacenada la Clave o llave privada (archivo con extensión *.</a:t>
            </a:r>
            <a:r>
              <a:rPr lang="es-MX" sz="1800" dirty="0" err="1"/>
              <a:t>key</a:t>
            </a:r>
            <a:r>
              <a:rPr lang="es-MX" sz="1800" dirty="0"/>
              <a:t>), puede ser de la USB, disco compacto o la PC, y se adjunta a la aplicación. </a:t>
            </a:r>
            <a:endParaRPr lang="es-MX" sz="1800" dirty="0" smtClean="0"/>
          </a:p>
          <a:p>
            <a:pPr algn="just"/>
            <a:endParaRPr lang="es-MX" sz="1200" dirty="0" smtClean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201"/>
          <a:stretch/>
        </p:blipFill>
        <p:spPr bwMode="auto">
          <a:xfrm>
            <a:off x="4719782" y="4941168"/>
            <a:ext cx="848151" cy="1066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0223858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MX" dirty="0"/>
              <a:t>Pasos para utilizar la Firma Electrónica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85750" indent="-285750" algn="just">
              <a:buClr>
                <a:schemeClr val="accent3">
                  <a:lumMod val="75000"/>
                </a:schemeClr>
              </a:buClr>
              <a:buFont typeface="Wingdings" pitchFamily="2" charset="2"/>
              <a:buChar char="Ø"/>
            </a:pPr>
            <a:r>
              <a:rPr lang="es-MX" sz="1800" dirty="0"/>
              <a:t>De igual forma se selecciona la ruta donde se tiene almacenado el Certificado de Firma Electrónica Avanzada (archivo con extensión *.</a:t>
            </a:r>
            <a:r>
              <a:rPr lang="es-MX" sz="1800" dirty="0" err="1"/>
              <a:t>cer</a:t>
            </a:r>
            <a:r>
              <a:rPr lang="es-MX" sz="1800" dirty="0"/>
              <a:t>) y se adjunta a la aplicación.</a:t>
            </a:r>
          </a:p>
          <a:p>
            <a:pPr algn="just"/>
            <a:r>
              <a:rPr lang="es-MX" sz="1800" dirty="0"/>
              <a:t> </a:t>
            </a:r>
            <a:endParaRPr lang="es-MX" sz="1800" dirty="0" smtClean="0"/>
          </a:p>
          <a:p>
            <a:pPr algn="just"/>
            <a:endParaRPr lang="es-MX" sz="1800" dirty="0" smtClean="0"/>
          </a:p>
          <a:p>
            <a:pPr algn="just"/>
            <a:endParaRPr lang="es-MX" sz="1800" dirty="0"/>
          </a:p>
          <a:p>
            <a:pPr marL="285750" indent="-285750" algn="just">
              <a:buClr>
                <a:schemeClr val="accent3">
                  <a:lumMod val="75000"/>
                </a:schemeClr>
              </a:buClr>
              <a:buFont typeface="Wingdings" pitchFamily="2" charset="2"/>
              <a:buChar char="Ø"/>
            </a:pPr>
            <a:r>
              <a:rPr lang="es-MX" sz="1800" dirty="0"/>
              <a:t>Por último se digita la contraseña de la clave o llave privada y se da clic en iniciar sesión, para poder acceder al servicio solicitado. </a:t>
            </a:r>
          </a:p>
          <a:p>
            <a:endParaRPr lang="es-MX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48026" y="1988840"/>
            <a:ext cx="1838325" cy="1008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32040" y="3861048"/>
            <a:ext cx="2638425" cy="9399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6488921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MX" dirty="0"/>
              <a:t>Pasos para utilizar la Firma Electrónica</a:t>
            </a: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25265" y="2399610"/>
            <a:ext cx="3707904" cy="17281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4 CuadroTexto"/>
          <p:cNvSpPr txBox="1"/>
          <p:nvPr/>
        </p:nvSpPr>
        <p:spPr>
          <a:xfrm>
            <a:off x="755576" y="1818402"/>
            <a:ext cx="187220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400" dirty="0">
                <a:latin typeface="Soberana Sans" pitchFamily="50" charset="0"/>
              </a:rPr>
              <a:t>Capture su RFC a 12 o 13 posiciones </a:t>
            </a:r>
          </a:p>
        </p:txBody>
      </p:sp>
      <p:sp>
        <p:nvSpPr>
          <p:cNvPr id="6" name="5 CuadroTexto"/>
          <p:cNvSpPr txBox="1"/>
          <p:nvPr/>
        </p:nvSpPr>
        <p:spPr>
          <a:xfrm>
            <a:off x="5812622" y="4365104"/>
            <a:ext cx="29523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400" dirty="0" smtClean="0">
                <a:latin typeface="Soberana Sans" pitchFamily="50" charset="0"/>
              </a:rPr>
              <a:t>Captura </a:t>
            </a:r>
            <a:r>
              <a:rPr lang="es-MX" sz="1400" dirty="0">
                <a:latin typeface="Soberana Sans" pitchFamily="50" charset="0"/>
              </a:rPr>
              <a:t>la Clave de la llave privada (</a:t>
            </a:r>
            <a:r>
              <a:rPr lang="es-MX" sz="1400" dirty="0" err="1">
                <a:latin typeface="Soberana Sans" pitchFamily="50" charset="0"/>
              </a:rPr>
              <a:t>Password</a:t>
            </a:r>
            <a:r>
              <a:rPr lang="es-MX" sz="1400" dirty="0">
                <a:latin typeface="Soberana Sans" pitchFamily="50" charset="0"/>
              </a:rPr>
              <a:t>) </a:t>
            </a:r>
            <a:r>
              <a:rPr lang="es-MX" sz="1400" dirty="0" smtClean="0">
                <a:latin typeface="Soberana Sans" pitchFamily="50" charset="0"/>
              </a:rPr>
              <a:t> </a:t>
            </a:r>
            <a:endParaRPr lang="es-MX" sz="1400" dirty="0">
              <a:latin typeface="Soberana Sans" pitchFamily="50" charset="0"/>
            </a:endParaRPr>
          </a:p>
        </p:txBody>
      </p:sp>
      <p:sp>
        <p:nvSpPr>
          <p:cNvPr id="7" name="6 CuadroTexto"/>
          <p:cNvSpPr txBox="1"/>
          <p:nvPr/>
        </p:nvSpPr>
        <p:spPr>
          <a:xfrm>
            <a:off x="249001" y="4191388"/>
            <a:ext cx="2376264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400" dirty="0">
                <a:latin typeface="Soberana Sans" pitchFamily="50" charset="0"/>
              </a:rPr>
              <a:t>Con el botón Buscar, identifique el archivo </a:t>
            </a:r>
            <a:r>
              <a:rPr lang="es-MX" sz="1400" dirty="0" smtClean="0">
                <a:latin typeface="Soberana Sans" pitchFamily="50" charset="0"/>
              </a:rPr>
              <a:t>del certificado de su firma </a:t>
            </a:r>
            <a:r>
              <a:rPr lang="es-MX" sz="1400" dirty="0">
                <a:latin typeface="Soberana Sans" pitchFamily="50" charset="0"/>
              </a:rPr>
              <a:t>electrónica </a:t>
            </a:r>
            <a:r>
              <a:rPr lang="es-MX" sz="1400" dirty="0" smtClean="0">
                <a:latin typeface="Soberana Sans" pitchFamily="50" charset="0"/>
              </a:rPr>
              <a:t>(</a:t>
            </a:r>
            <a:r>
              <a:rPr lang="es-MX" sz="1400" dirty="0">
                <a:latin typeface="Soberana Sans" pitchFamily="50" charset="0"/>
              </a:rPr>
              <a:t>extensión </a:t>
            </a:r>
            <a:r>
              <a:rPr lang="es-MX" sz="1400" dirty="0" smtClean="0">
                <a:latin typeface="Soberana Sans" pitchFamily="50" charset="0"/>
              </a:rPr>
              <a:t>*.</a:t>
            </a:r>
            <a:r>
              <a:rPr lang="es-MX" sz="1400" dirty="0" err="1" smtClean="0">
                <a:latin typeface="Soberana Sans" pitchFamily="50" charset="0"/>
              </a:rPr>
              <a:t>cer</a:t>
            </a:r>
            <a:r>
              <a:rPr lang="es-MX" sz="1400" dirty="0" smtClean="0">
                <a:latin typeface="Soberana Sans" pitchFamily="50" charset="0"/>
              </a:rPr>
              <a:t>) </a:t>
            </a:r>
            <a:endParaRPr lang="es-MX" sz="1400" dirty="0">
              <a:latin typeface="Soberana Sans" pitchFamily="50" charset="0"/>
            </a:endParaRPr>
          </a:p>
        </p:txBody>
      </p:sp>
      <p:sp>
        <p:nvSpPr>
          <p:cNvPr id="8" name="7 CuadroTexto"/>
          <p:cNvSpPr txBox="1"/>
          <p:nvPr/>
        </p:nvSpPr>
        <p:spPr>
          <a:xfrm>
            <a:off x="6372200" y="1585826"/>
            <a:ext cx="2582671" cy="1231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400" dirty="0">
                <a:latin typeface="Soberana Sans" pitchFamily="50" charset="0"/>
              </a:rPr>
              <a:t>Con el botón Buscar, identifique </a:t>
            </a:r>
            <a:r>
              <a:rPr lang="es-MX" sz="1400" dirty="0" smtClean="0">
                <a:latin typeface="Soberana Sans" pitchFamily="50" charset="0"/>
              </a:rPr>
              <a:t>el archivo de la llave privada de su firma electrónica (extensión *.</a:t>
            </a:r>
            <a:r>
              <a:rPr lang="es-MX" sz="1400" dirty="0" err="1" smtClean="0">
                <a:latin typeface="Soberana Sans" pitchFamily="50" charset="0"/>
              </a:rPr>
              <a:t>key</a:t>
            </a:r>
            <a:r>
              <a:rPr lang="es-MX" sz="1400" dirty="0" smtClean="0">
                <a:latin typeface="Soberana Sans" pitchFamily="50" charset="0"/>
              </a:rPr>
              <a:t>) </a:t>
            </a:r>
            <a:endParaRPr lang="es-MX" sz="1400" dirty="0">
              <a:latin typeface="Soberana Sans" pitchFamily="50" charset="0"/>
            </a:endParaRPr>
          </a:p>
          <a:p>
            <a:endParaRPr lang="es-MX" dirty="0"/>
          </a:p>
        </p:txBody>
      </p:sp>
      <p:cxnSp>
        <p:nvCxnSpPr>
          <p:cNvPr id="10" name="9 Conector recto de flecha"/>
          <p:cNvCxnSpPr/>
          <p:nvPr/>
        </p:nvCxnSpPr>
        <p:spPr>
          <a:xfrm>
            <a:off x="1619672" y="2420888"/>
            <a:ext cx="2304256" cy="7920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11" name="10 Conector recto de flecha"/>
          <p:cNvCxnSpPr/>
          <p:nvPr/>
        </p:nvCxnSpPr>
        <p:spPr>
          <a:xfrm flipV="1">
            <a:off x="2267744" y="3609020"/>
            <a:ext cx="1705140" cy="68407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13" name="12 Conector recto de flecha"/>
          <p:cNvCxnSpPr/>
          <p:nvPr/>
        </p:nvCxnSpPr>
        <p:spPr>
          <a:xfrm flipH="1" flipV="1">
            <a:off x="4959916" y="3748666"/>
            <a:ext cx="1916340" cy="61643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15" name="14 Conector recto de flecha"/>
          <p:cNvCxnSpPr/>
          <p:nvPr/>
        </p:nvCxnSpPr>
        <p:spPr>
          <a:xfrm flipH="1">
            <a:off x="4959916" y="2201379"/>
            <a:ext cx="1373253" cy="123821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744405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MX" dirty="0" smtClean="0"/>
              <a:t>Para mayor información</a:t>
            </a:r>
            <a:endParaRPr lang="es-MX" dirty="0"/>
          </a:p>
        </p:txBody>
      </p:sp>
      <p:graphicFrame>
        <p:nvGraphicFramePr>
          <p:cNvPr id="5" name="4 Marcador de contenido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97852253"/>
              </p:ext>
            </p:extLst>
          </p:nvPr>
        </p:nvGraphicFramePr>
        <p:xfrm>
          <a:off x="467544" y="1052736"/>
          <a:ext cx="8229600" cy="452596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92702258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454</TotalTime>
  <Words>478</Words>
  <Application>Microsoft Office PowerPoint</Application>
  <PresentationFormat>Presentación en pantalla (4:3)</PresentationFormat>
  <Paragraphs>54</Paragraphs>
  <Slides>6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6</vt:i4>
      </vt:variant>
    </vt:vector>
  </HeadingPairs>
  <TitlesOfParts>
    <vt:vector size="7" baseType="lpstr">
      <vt:lpstr>Tema de Office</vt:lpstr>
      <vt:lpstr>Uso de la Firma Electrónica en los servicios que ofrece el SAT</vt:lpstr>
      <vt:lpstr>Servicios que utilizan la Firma Electrónica</vt:lpstr>
      <vt:lpstr>Pasos para utilizar la Firma Electrónica</vt:lpstr>
      <vt:lpstr>Pasos para utilizar la Firma Electrónica</vt:lpstr>
      <vt:lpstr>Pasos para utilizar la Firma Electrónica</vt:lpstr>
      <vt:lpstr>Para mayor información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María Isabel Vázquez Vázquez</dc:creator>
  <cp:lastModifiedBy>Isabel Magali Cortes Trejo</cp:lastModifiedBy>
  <cp:revision>12</cp:revision>
  <dcterms:created xsi:type="dcterms:W3CDTF">2015-02-16T19:32:04Z</dcterms:created>
  <dcterms:modified xsi:type="dcterms:W3CDTF">2015-07-06T20:27:26Z</dcterms:modified>
</cp:coreProperties>
</file>